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15"/>
  </p:notesMasterIdLst>
  <p:handoutMasterIdLst>
    <p:handoutMasterId r:id="rId16"/>
  </p:handoutMasterIdLst>
  <p:sldIdLst>
    <p:sldId id="325" r:id="rId2"/>
    <p:sldId id="379" r:id="rId3"/>
    <p:sldId id="372" r:id="rId4"/>
    <p:sldId id="337" r:id="rId5"/>
    <p:sldId id="338" r:id="rId6"/>
    <p:sldId id="374" r:id="rId7"/>
    <p:sldId id="380" r:id="rId8"/>
    <p:sldId id="351" r:id="rId9"/>
    <p:sldId id="353" r:id="rId10"/>
    <p:sldId id="377" r:id="rId11"/>
    <p:sldId id="378" r:id="rId12"/>
    <p:sldId id="371" r:id="rId13"/>
    <p:sldId id="370" r:id="rId1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00FF"/>
    <a:srgbClr val="66FFFF"/>
    <a:srgbClr val="6600CC"/>
    <a:srgbClr val="FF0000"/>
    <a:srgbClr val="FFC91D"/>
    <a:srgbClr val="0099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60" autoAdjust="0"/>
    <p:restoredTop sz="94574" autoAdjust="0"/>
  </p:normalViewPr>
  <p:slideViewPr>
    <p:cSldViewPr>
      <p:cViewPr varScale="1">
        <p:scale>
          <a:sx n="63" d="100"/>
          <a:sy n="63" d="100"/>
        </p:scale>
        <p:origin x="151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82215A7-EC29-459A-BC9E-239972BE75C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51A07F-C30F-4185-B807-453345C64E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1FB1461-366F-4089-8A47-BE45ABDBA0DB}" type="datetimeFigureOut">
              <a:rPr lang="zh-CN" altLang="en-US"/>
              <a:pPr>
                <a:defRPr/>
              </a:pPr>
              <a:t>2025/4/22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E3DDB31-D28B-4469-A7A3-994C67C215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8C0984A-8039-4F96-9750-2377F79C942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0F9C8D81-62A7-4A02-816E-053129DB066E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F91917F1-8248-4AB2-B0E8-C880606AB3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D8E47F8C-2884-4E5A-9E51-241223E2A1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21A72390-D751-4131-BF23-5E40BECF99EA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D98362D5-82A2-4570-931E-8AF1684DC93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C5BDB035-1BC6-4CCE-A511-DABFE1CB973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9DD8697F-A60E-45A1-8815-004D9D15F1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/>
            </a:lvl1pPr>
          </a:lstStyle>
          <a:p>
            <a:fld id="{591F46E3-B05F-4252-B43F-97C36B497C9F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1F46E3-B05F-4252-B43F-97C36B497C9F}" type="slidenum">
              <a:rPr lang="en-US" altLang="zh-CN" smtClean="0"/>
              <a:pPr/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326726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43482963-B40A-4309-BACA-F3BABB9218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ED67E501-EF15-4888-8C9A-8DDE003BB8C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CITTEXT">
            <a:extLst>
              <a:ext uri="{FF2B5EF4-FFF2-40B4-BE49-F238E27FC236}">
                <a16:creationId xmlns:a16="http://schemas.microsoft.com/office/drawing/2014/main" id="{2885C59F-8A42-4AFC-8DAA-469F0181160D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2AC6938-E17D-4DF3-9793-641D59754718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5" name="Picture 4" descr="CITBANND">
            <a:extLst>
              <a:ext uri="{FF2B5EF4-FFF2-40B4-BE49-F238E27FC236}">
                <a16:creationId xmlns:a16="http://schemas.microsoft.com/office/drawing/2014/main" id="{5446F4AE-FFFB-4C4E-A5CA-A84C3F91D7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CC6341E-2CC3-4976-A90F-D5D0399BE6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7" name="Text Box 11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3493F2A2-0EAC-4DA9-8879-13B8805FF0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98C7643-9047-478D-BE92-3ACF6202029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ctrTitle"/>
          </p:nvPr>
        </p:nvSpPr>
        <p:spPr>
          <a:xfrm>
            <a:off x="684213" y="765175"/>
            <a:ext cx="7772400" cy="11430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1678950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>
            <a:extLst>
              <a:ext uri="{FF2B5EF4-FFF2-40B4-BE49-F238E27FC236}">
                <a16:creationId xmlns:a16="http://schemas.microsoft.com/office/drawing/2014/main" id="{010A4558-2EE1-4FD6-8488-94F8D1416C3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03422544"/>
      </p:ext>
    </p:extLst>
  </p:cSld>
  <p:clrMapOvr>
    <a:masterClrMapping/>
  </p:clrMapOvr>
  <p:transition spd="slow">
    <p:randomBar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>
            <a:extLst>
              <a:ext uri="{FF2B5EF4-FFF2-40B4-BE49-F238E27FC236}">
                <a16:creationId xmlns:a16="http://schemas.microsoft.com/office/drawing/2014/main" id="{F6B5D157-C607-4531-BC9E-79E670331B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12478806"/>
      </p:ext>
    </p:extLst>
  </p:cSld>
  <p:clrMapOvr>
    <a:masterClrMapping/>
  </p:clrMapOvr>
  <p:transition spd="slow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>
            <a:extLst>
              <a:ext uri="{FF2B5EF4-FFF2-40B4-BE49-F238E27FC236}">
                <a16:creationId xmlns:a16="http://schemas.microsoft.com/office/drawing/2014/main" id="{9DB139CC-858F-4194-AB70-F3AE080E297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81013984"/>
      </p:ext>
    </p:extLst>
  </p:cSld>
  <p:clrMapOvr>
    <a:masterClrMapping/>
  </p:clrMapOvr>
  <p:transition spd="slow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7">
            <a:extLst>
              <a:ext uri="{FF2B5EF4-FFF2-40B4-BE49-F238E27FC236}">
                <a16:creationId xmlns:a16="http://schemas.microsoft.com/office/drawing/2014/main" id="{CA7F387C-AB15-4296-BE13-E9AF6F025F4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27433944"/>
      </p:ext>
    </p:extLst>
  </p:cSld>
  <p:clrMapOvr>
    <a:masterClrMapping/>
  </p:clrMapOvr>
  <p:transition spd="slow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7">
            <a:extLst>
              <a:ext uri="{FF2B5EF4-FFF2-40B4-BE49-F238E27FC236}">
                <a16:creationId xmlns:a16="http://schemas.microsoft.com/office/drawing/2014/main" id="{F09218ED-44BE-4084-9862-D6292ED652C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898598734"/>
      </p:ext>
    </p:extLst>
  </p:cSld>
  <p:clrMapOvr>
    <a:masterClrMapping/>
  </p:clrMapOvr>
  <p:transition spd="slow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7">
            <a:extLst>
              <a:ext uri="{FF2B5EF4-FFF2-40B4-BE49-F238E27FC236}">
                <a16:creationId xmlns:a16="http://schemas.microsoft.com/office/drawing/2014/main" id="{787FC61E-895A-4F91-A4EC-E5A56FC51C4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</p:spTree>
    <p:extLst>
      <p:ext uri="{BB962C8B-B14F-4D97-AF65-F5344CB8AC3E}">
        <p14:creationId xmlns:p14="http://schemas.microsoft.com/office/powerpoint/2010/main" val="1217513836"/>
      </p:ext>
    </p:extLst>
  </p:cSld>
  <p:clrMapOvr>
    <a:masterClrMapping/>
  </p:clrMapOvr>
  <p:transition spd="slow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>
            <a:extLst>
              <a:ext uri="{FF2B5EF4-FFF2-40B4-BE49-F238E27FC236}">
                <a16:creationId xmlns:a16="http://schemas.microsoft.com/office/drawing/2014/main" id="{65B5511D-A6FE-4E9F-B5FF-E509BC2096B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394321687"/>
      </p:ext>
    </p:extLst>
  </p:cSld>
  <p:clrMapOvr>
    <a:masterClrMapping/>
  </p:clrMapOvr>
  <p:transition spd="slow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7">
            <a:extLst>
              <a:ext uri="{FF2B5EF4-FFF2-40B4-BE49-F238E27FC236}">
                <a16:creationId xmlns:a16="http://schemas.microsoft.com/office/drawing/2014/main" id="{BC9D2872-6517-4541-BF64-78BFE4CDAB9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69566737"/>
      </p:ext>
    </p:extLst>
  </p:cSld>
  <p:clrMapOvr>
    <a:masterClrMapping/>
  </p:clrMapOvr>
  <p:transition spd="slow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>
            <a:extLst>
              <a:ext uri="{FF2B5EF4-FFF2-40B4-BE49-F238E27FC236}">
                <a16:creationId xmlns:a16="http://schemas.microsoft.com/office/drawing/2014/main" id="{8500CD5E-78CF-4303-B303-DB92257610D1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72985708"/>
      </p:ext>
    </p:extLst>
  </p:cSld>
  <p:clrMapOvr>
    <a:masterClrMapping/>
  </p:clrMapOvr>
  <p:transition spd="slow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7">
            <a:extLst>
              <a:ext uri="{FF2B5EF4-FFF2-40B4-BE49-F238E27FC236}">
                <a16:creationId xmlns:a16="http://schemas.microsoft.com/office/drawing/2014/main" id="{509A4C36-66EB-4798-9A87-A3807A7CEA2F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612933444"/>
      </p:ext>
    </p:extLst>
  </p:cSld>
  <p:clrMapOvr>
    <a:masterClrMapping/>
  </p:clrMapOvr>
  <p:transition spd="slow">
    <p:randomBar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7" descr="CITTEXT">
            <a:extLst>
              <a:ext uri="{FF2B5EF4-FFF2-40B4-BE49-F238E27FC236}">
                <a16:creationId xmlns:a16="http://schemas.microsoft.com/office/drawing/2014/main" id="{A3E1CA15-155D-461F-B569-0AFFFA92939D}"/>
              </a:ext>
            </a:extLst>
          </p:cNvPr>
          <p:cNvSpPr>
            <a:spLocks/>
          </p:cNvSpPr>
          <p:nvPr userDrawn="1"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2147483646 h 3840"/>
              <a:gd name="T2" fmla="*/ 0 w 1824"/>
              <a:gd name="T3" fmla="*/ 0 h 3840"/>
              <a:gd name="T4" fmla="*/ 2147483646 w 1824"/>
              <a:gd name="T5" fmla="*/ 0 h 3840"/>
              <a:gd name="T6" fmla="*/ 2147483646 w 1824"/>
              <a:gd name="T7" fmla="*/ 2147483646 h 3840"/>
              <a:gd name="T8" fmla="*/ 0 w 1824"/>
              <a:gd name="T9" fmla="*/ 2147483646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13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0CACB90-9EF2-4E16-930F-3646D8EB64BA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600200" y="0"/>
            <a:ext cx="7543800" cy="38100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pic>
        <p:nvPicPr>
          <p:cNvPr id="1028" name="Picture 4" descr="CITBANND">
            <a:extLst>
              <a:ext uri="{FF2B5EF4-FFF2-40B4-BE49-F238E27FC236}">
                <a16:creationId xmlns:a16="http://schemas.microsoft.com/office/drawing/2014/main" id="{456CF97D-BDBF-4C3D-AF4A-C2A5A8B544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666" r="5334" b="86667"/>
          <a:stretch>
            <a:fillRect/>
          </a:stretch>
        </p:blipFill>
        <p:spPr bwMode="auto">
          <a:xfrm>
            <a:off x="2514600" y="0"/>
            <a:ext cx="6629400" cy="13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5">
            <a:extLst>
              <a:ext uri="{FF2B5EF4-FFF2-40B4-BE49-F238E27FC236}">
                <a16:creationId xmlns:a16="http://schemas.microsoft.com/office/drawing/2014/main" id="{1986FE51-B904-4FFC-A2CF-CDA72E42CE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600200" y="381000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Rectangle 11">
            <a:extLst>
              <a:ext uri="{FF2B5EF4-FFF2-40B4-BE49-F238E27FC236}">
                <a16:creationId xmlns:a16="http://schemas.microsoft.com/office/drawing/2014/main" id="{704EDE98-2D8B-43CF-AB12-5E24EA5920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34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088" name="Text Box 16">
            <a:extLst>
              <a:ext uri="{FF2B5EF4-FFF2-40B4-BE49-F238E27FC236}">
                <a16:creationId xmlns:a16="http://schemas.microsoft.com/office/drawing/2014/main" id="{8AAE7136-B7FE-432F-B84F-0810A6D649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64163" y="115888"/>
            <a:ext cx="3779837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defRPr/>
            </a:pPr>
            <a:r>
              <a:rPr lang="zh-CN" altLang="en-US" sz="1200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单片机原理与应用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6AA2F66-3DCA-46A7-8027-6B0AAA16C96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415213" y="115888"/>
            <a:ext cx="1728787" cy="276999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200" dirty="0"/>
              <a:t>单片机原理及应用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6" r:id="rId1"/>
    <p:sldLayoutId id="2147483907" r:id="rId2"/>
    <p:sldLayoutId id="2147483908" r:id="rId3"/>
    <p:sldLayoutId id="2147483909" r:id="rId4"/>
    <p:sldLayoutId id="2147483910" r:id="rId5"/>
    <p:sldLayoutId id="2147483911" r:id="rId6"/>
    <p:sldLayoutId id="2147483912" r:id="rId7"/>
    <p:sldLayoutId id="2147483913" r:id="rId8"/>
    <p:sldLayoutId id="2147483914" r:id="rId9"/>
    <p:sldLayoutId id="2147483915" r:id="rId10"/>
    <p:sldLayoutId id="2147483916" r:id="rId11"/>
  </p:sldLayoutIdLst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7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80"/>
                                        <p:tgtEl>
                                          <p:spTgt spid="308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88" grpId="0"/>
    </p:bld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2"/>
          </a:solidFill>
          <a:latin typeface="Tahoma" pitchFamily="34" charset="0"/>
          <a:ea typeface="黑体" pitchFamily="49" charset="-122"/>
          <a:cs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ext Box 2">
            <a:extLst>
              <a:ext uri="{FF2B5EF4-FFF2-40B4-BE49-F238E27FC236}">
                <a16:creationId xmlns:a16="http://schemas.microsoft.com/office/drawing/2014/main" id="{4589751D-A6D5-4C43-B331-521ADF72E5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76672"/>
            <a:ext cx="8001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30000"/>
              </a:spcBef>
              <a:defRPr/>
            </a:pPr>
            <a:r>
              <a:rPr kumimoji="1" lang="en-US" altLang="zh-CN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7.4 </a:t>
            </a:r>
            <a:r>
              <a:rPr kumimoji="1" lang="zh-CN" altLang="en-US" sz="3200" dirty="0">
                <a:solidFill>
                  <a:srgbClr val="99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串行工作方式１</a:t>
            </a:r>
            <a:endParaRPr kumimoji="1" lang="zh-CN" altLang="en-US" sz="3200" dirty="0"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95235" name="Text Box 3">
            <a:extLst>
              <a:ext uri="{FF2B5EF4-FFF2-40B4-BE49-F238E27FC236}">
                <a16:creationId xmlns:a16="http://schemas.microsoft.com/office/drawing/2014/main" id="{7B5AEF55-B740-4384-A66B-B402705FF7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196975"/>
            <a:ext cx="8353176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ct val="115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kumimoji="1"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特点</a:t>
            </a:r>
            <a:r>
              <a:rPr kumimoji="1" lang="en-US" altLang="zh-CN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</a:p>
          <a:p>
            <a:pPr marL="514350" indent="-514350" eaLnBrk="1" hangingPunct="1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+mj-ea"/>
              <a:buAutoNum type="circleNumDbPlain"/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SM0 SM1=01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时串行口工作于方式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 eaLnBrk="1" hangingPunct="1">
              <a:lnSpc>
                <a:spcPct val="115000"/>
              </a:lnSpc>
              <a:spcBef>
                <a:spcPct val="20000"/>
              </a:spcBef>
              <a:buClr>
                <a:schemeClr val="tx1"/>
              </a:buClr>
              <a:buFont typeface="+mj-ea"/>
              <a:buAutoNum type="circleNumDbPlain"/>
              <a:defRPr/>
            </a:pP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10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位异步接收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/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发送。字符帧中有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位起始位，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位数据位和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位停止位。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 eaLnBrk="1" hangingPunct="1">
              <a:lnSpc>
                <a:spcPct val="115000"/>
              </a:lnSpc>
              <a:spcBef>
                <a:spcPct val="20000"/>
              </a:spcBef>
              <a:buFont typeface="+mj-ea"/>
              <a:buAutoNum type="circleNumDbPlain"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波特率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=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(2</a:t>
            </a:r>
            <a:r>
              <a:rPr kumimoji="1"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SMOD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/32)×</a:t>
            </a:r>
            <a:r>
              <a:rPr kumimoji="1" lang="en-US" altLang="zh-CN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f</a:t>
            </a:r>
            <a:r>
              <a:rPr kumimoji="1" lang="en-US" altLang="zh-CN" baseline="-25000" dirty="0" err="1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osc</a:t>
            </a:r>
            <a:r>
              <a:rPr kumimoji="1" lang="en-US" altLang="zh-CN" baseline="-2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/(12 ×(2</a:t>
            </a:r>
            <a:r>
              <a:rPr kumimoji="1" lang="en-US" altLang="zh-CN" baseline="30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k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-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初值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))</a:t>
            </a:r>
            <a:endParaRPr kumimoji="1" lang="zh-CN" altLang="en-US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  <a:p>
            <a:pPr marL="514350" indent="-514350" eaLnBrk="1" hangingPunct="1">
              <a:lnSpc>
                <a:spcPct val="115000"/>
              </a:lnSpc>
              <a:spcBef>
                <a:spcPct val="20000"/>
              </a:spcBef>
              <a:buFont typeface="+mj-ea"/>
              <a:buAutoNum type="circleNumDbPlain"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发送数据由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TXD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输出，接收数据由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RXD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输入。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514350" indent="-514350" eaLnBrk="1" hangingPunct="1">
              <a:lnSpc>
                <a:spcPct val="115000"/>
              </a:lnSpc>
              <a:spcBef>
                <a:spcPct val="20000"/>
              </a:spcBef>
              <a:buFont typeface="+mj-ea"/>
              <a:buAutoNum type="circleNumDbPlain"/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适合于点对点通信。</a:t>
            </a:r>
            <a:endParaRPr kumimoji="1"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95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5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782D3DFC-1B82-4958-889A-0F4B92CB001B}"/>
              </a:ext>
            </a:extLst>
          </p:cNvPr>
          <p:cNvGrpSpPr>
            <a:grpSpLocks/>
          </p:cNvGrpSpPr>
          <p:nvPr/>
        </p:nvGrpSpPr>
        <p:grpSpPr bwMode="auto">
          <a:xfrm>
            <a:off x="971550" y="300038"/>
            <a:ext cx="7569200" cy="6465887"/>
            <a:chOff x="971550" y="300038"/>
            <a:chExt cx="7569200" cy="6465887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8790FE23-6EFA-41C8-BD28-72CD4ECB6F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1550" y="300038"/>
              <a:ext cx="7569200" cy="6465887"/>
              <a:chOff x="971600" y="300830"/>
              <a:chExt cx="7569161" cy="6465887"/>
            </a:xfrm>
          </p:grpSpPr>
          <p:pic>
            <p:nvPicPr>
              <p:cNvPr id="8" name="Picture 5">
                <a:extLst>
                  <a:ext uri="{FF2B5EF4-FFF2-40B4-BE49-F238E27FC236}">
                    <a16:creationId xmlns:a16="http://schemas.microsoft.com/office/drawing/2014/main" id="{C43A2ADF-F4AD-451B-B8F3-A2A36CF8246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71600" y="300830"/>
                <a:ext cx="7569161" cy="6465887"/>
              </a:xfrm>
              <a:prstGeom prst="rect">
                <a:avLst/>
              </a:prstGeom>
              <a:noFill/>
              <a:ln w="9525">
                <a:solidFill>
                  <a:srgbClr val="0000FF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</p:pic>
          <p:sp>
            <p:nvSpPr>
              <p:cNvPr id="9" name="TextBox 1">
                <a:extLst>
                  <a:ext uri="{FF2B5EF4-FFF2-40B4-BE49-F238E27FC236}">
                    <a16:creationId xmlns:a16="http://schemas.microsoft.com/office/drawing/2014/main" id="{479D5DF3-60A6-4C6D-B068-F276112C74F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6056" y="332655"/>
                <a:ext cx="1152128" cy="3077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宋体" panose="02010600030101010101" pitchFamily="2" charset="-122"/>
                  </a:rPr>
                  <a:t>SBUF</a:t>
                </a:r>
                <a:r>
                  <a:rPr lang="zh-CN" altLang="en-US" sz="2000" baseline="-25000">
                    <a:latin typeface="宋体" panose="02010600030101010101" pitchFamily="2" charset="-122"/>
                  </a:rPr>
                  <a:t>发</a:t>
                </a:r>
                <a:r>
                  <a:rPr lang="zh-CN" altLang="en-US" sz="2000">
                    <a:latin typeface="宋体" panose="02010600030101010101" pitchFamily="2" charset="-122"/>
                  </a:rPr>
                  <a:t>空</a:t>
                </a:r>
              </a:p>
            </p:txBody>
          </p:sp>
          <p:sp>
            <p:nvSpPr>
              <p:cNvPr id="10" name="TextBox 6">
                <a:extLst>
                  <a:ext uri="{FF2B5EF4-FFF2-40B4-BE49-F238E27FC236}">
                    <a16:creationId xmlns:a16="http://schemas.microsoft.com/office/drawing/2014/main" id="{6701C30E-5F32-4F1D-BC01-37CE2E1C20D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76056" y="672563"/>
                <a:ext cx="1008112" cy="3077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000">
                    <a:latin typeface="宋体" panose="02010600030101010101" pitchFamily="2" charset="-122"/>
                  </a:rPr>
                  <a:t>SBUF</a:t>
                </a:r>
                <a:r>
                  <a:rPr lang="zh-CN" altLang="en-US" sz="2000" baseline="-25000">
                    <a:latin typeface="宋体" panose="02010600030101010101" pitchFamily="2" charset="-122"/>
                  </a:rPr>
                  <a:t>发</a:t>
                </a:r>
                <a:r>
                  <a:rPr lang="zh-CN" altLang="en-US" sz="2000">
                    <a:latin typeface="宋体" panose="02010600030101010101" pitchFamily="2" charset="-122"/>
                  </a:rPr>
                  <a:t>满</a:t>
                </a:r>
              </a:p>
            </p:txBody>
          </p:sp>
        </p:grpSp>
        <p:sp>
          <p:nvSpPr>
            <p:cNvPr id="4" name="TextBox 9">
              <a:extLst>
                <a:ext uri="{FF2B5EF4-FFF2-40B4-BE49-F238E27FC236}">
                  <a16:creationId xmlns:a16="http://schemas.microsoft.com/office/drawing/2014/main" id="{944AD981-5762-43B8-9C06-B83202B648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94225" y="2216150"/>
              <a:ext cx="746125" cy="307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发</a:t>
              </a:r>
            </a:p>
          </p:txBody>
        </p:sp>
        <p:sp>
          <p:nvSpPr>
            <p:cNvPr id="5" name="TextBox 10">
              <a:extLst>
                <a:ext uri="{FF2B5EF4-FFF2-40B4-BE49-F238E27FC236}">
                  <a16:creationId xmlns:a16="http://schemas.microsoft.com/office/drawing/2014/main" id="{DE2DE7ED-7365-4660-9B40-B0879EC991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4375" y="3575050"/>
              <a:ext cx="863600" cy="30797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2000" baseline="-25000" dirty="0">
                  <a:solidFill>
                    <a:srgbClr val="0000FF"/>
                  </a:solidFill>
                  <a:latin typeface="宋体" panose="02010600030101010101" pitchFamily="2" charset="-122"/>
                </a:rPr>
                <a:t>收</a:t>
              </a:r>
              <a:endParaRPr lang="zh-CN" altLang="en-US" sz="2000" dirty="0">
                <a:solidFill>
                  <a:srgbClr val="0000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6" name="TextBox 11">
              <a:extLst>
                <a:ext uri="{FF2B5EF4-FFF2-40B4-BE49-F238E27FC236}">
                  <a16:creationId xmlns:a16="http://schemas.microsoft.com/office/drawing/2014/main" id="{4CBD38D4-CFD1-4D14-B63F-F454251EC4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4725" y="5353050"/>
              <a:ext cx="1033463" cy="276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solidFill>
                    <a:srgbClr val="9900FF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1800" baseline="-25000">
                  <a:solidFill>
                    <a:srgbClr val="9900FF"/>
                  </a:solidFill>
                  <a:latin typeface="宋体" panose="02010600030101010101" pitchFamily="2" charset="-122"/>
                </a:rPr>
                <a:t>收</a:t>
              </a:r>
              <a:r>
                <a:rPr lang="zh-CN" altLang="en-US" sz="1800">
                  <a:solidFill>
                    <a:srgbClr val="9900FF"/>
                  </a:solidFill>
                  <a:latin typeface="宋体" panose="02010600030101010101" pitchFamily="2" charset="-122"/>
                </a:rPr>
                <a:t>空</a:t>
              </a:r>
            </a:p>
          </p:txBody>
        </p:sp>
        <p:sp>
          <p:nvSpPr>
            <p:cNvPr id="7" name="TextBox 12">
              <a:extLst>
                <a:ext uri="{FF2B5EF4-FFF2-40B4-BE49-F238E27FC236}">
                  <a16:creationId xmlns:a16="http://schemas.microsoft.com/office/drawing/2014/main" id="{E0B7609F-2547-4A2D-9805-B4255085E9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4725" y="5059363"/>
              <a:ext cx="1057275" cy="2762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1800">
                  <a:solidFill>
                    <a:srgbClr val="9900FF"/>
                  </a:solidFill>
                  <a:latin typeface="宋体" panose="02010600030101010101" pitchFamily="2" charset="-122"/>
                </a:rPr>
                <a:t>SBUF</a:t>
              </a:r>
              <a:r>
                <a:rPr lang="zh-CN" altLang="en-US" sz="1800" baseline="-25000">
                  <a:solidFill>
                    <a:srgbClr val="9900FF"/>
                  </a:solidFill>
                  <a:latin typeface="宋体" panose="02010600030101010101" pitchFamily="2" charset="-122"/>
                </a:rPr>
                <a:t>收</a:t>
              </a:r>
              <a:r>
                <a:rPr lang="zh-CN" altLang="en-US" sz="1800">
                  <a:solidFill>
                    <a:srgbClr val="9900FF"/>
                  </a:solidFill>
                  <a:latin typeface="宋体" panose="02010600030101010101" pitchFamily="2" charset="-122"/>
                </a:rPr>
                <a:t>满</a:t>
              </a:r>
            </a:p>
          </p:txBody>
        </p:sp>
      </p:grpSp>
      <p:sp>
        <p:nvSpPr>
          <p:cNvPr id="11" name="Rectangle 5">
            <a:extLst>
              <a:ext uri="{FF2B5EF4-FFF2-40B4-BE49-F238E27FC236}">
                <a16:creationId xmlns:a16="http://schemas.microsoft.com/office/drawing/2014/main" id="{BCEA2422-DD9B-413E-9CC6-B45E7C04D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3538538"/>
            <a:ext cx="2676525" cy="1330325"/>
          </a:xfrm>
          <a:prstGeom prst="rect">
            <a:avLst/>
          </a:prstGeom>
          <a:solidFill>
            <a:srgbClr val="66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  <a:spcBef>
                <a:spcPct val="45000"/>
              </a:spcBef>
              <a:buFont typeface="Wingdings" panose="05000000000000000000" pitchFamily="2" charset="2"/>
              <a:buChar char="Ø"/>
            </a:pPr>
            <a:r>
              <a:rPr kumimoji="1" lang="zh-CN" altLang="en-US" sz="2200">
                <a:latin typeface="Times New Roman" panose="02020603050405020304" pitchFamily="18" charset="0"/>
              </a:rPr>
              <a:t>指定</a:t>
            </a:r>
            <a:r>
              <a:rPr kumimoji="1" lang="en-US" altLang="zh-CN" sz="2200">
                <a:solidFill>
                  <a:srgbClr val="FF3300"/>
                </a:solidFill>
                <a:latin typeface="Times New Roman" panose="02020603050405020304" pitchFamily="18" charset="0"/>
              </a:rPr>
              <a:t>T1</a:t>
            </a:r>
            <a:r>
              <a:rPr kumimoji="1" lang="zh-CN" altLang="en-US" sz="2200">
                <a:latin typeface="Times New Roman" panose="02020603050405020304" pitchFamily="18" charset="0"/>
              </a:rPr>
              <a:t>为波特率时钟发生器</a:t>
            </a:r>
            <a:r>
              <a:rPr kumimoji="1" lang="en-US" altLang="zh-CN" sz="2200">
                <a:latin typeface="Times New Roman" panose="02020603050405020304" pitchFamily="18" charset="0"/>
              </a:rPr>
              <a:t>, </a:t>
            </a:r>
            <a:r>
              <a:rPr kumimoji="1" lang="zh-CN" altLang="en-US" sz="2200">
                <a:latin typeface="Times New Roman" panose="02020603050405020304" pitchFamily="18" charset="0"/>
              </a:rPr>
              <a:t>一般选择定时方式</a:t>
            </a:r>
            <a:r>
              <a:rPr kumimoji="1" lang="en-US" altLang="zh-CN" sz="2200">
                <a:latin typeface="Times New Roman" panose="02020603050405020304" pitchFamily="18" charset="0"/>
              </a:rPr>
              <a:t>2</a:t>
            </a:r>
            <a:endParaRPr kumimoji="1" lang="en-US" altLang="zh-CN" sz="240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748126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82AB04C1-66E2-4E22-A81C-B0D3EFBE86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764704"/>
            <a:ext cx="8001000" cy="38316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algn="just" eaLnBrk="1" hangingPunct="1">
              <a:lnSpc>
                <a:spcPct val="115000"/>
              </a:lnSpc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发送过程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</a:t>
            </a:r>
          </a:p>
          <a:p>
            <a:pPr algn="just" eaLnBrk="1" hangingPunct="1">
              <a:lnSpc>
                <a:spcPct val="125000"/>
              </a:lnSpc>
              <a:spcBef>
                <a:spcPct val="20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 发送操作在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TI=0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时，执行</a:t>
            </a:r>
            <a:r>
              <a:rPr kumimoji="1" lang="en-US" altLang="zh-CN" u="sng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mov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</a:t>
            </a:r>
            <a:r>
              <a:rPr kumimoji="1" lang="en-US" altLang="zh-CN" u="sng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sbuf,A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开始，然后发送电路自动在</a:t>
            </a:r>
            <a:r>
              <a:rPr kumimoji="1"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位发送字符前后分别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添加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位起始位和停止位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，并在移位脉冲作用下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在</a:t>
            </a:r>
            <a:r>
              <a:rPr kumimoji="1" lang="en-US" altLang="zh-CN" u="sng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TxD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线上依次发送一帧信息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，发送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完后自动维持</a:t>
            </a:r>
            <a:r>
              <a:rPr kumimoji="1" lang="en-US" altLang="zh-CN" u="sng" dirty="0" err="1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TxD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线为高电平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TI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由硬件在发送停止位时置位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，由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软件复位</a:t>
            </a:r>
            <a:r>
              <a:rPr kumimoji="1"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4" name="Text Box 4">
            <a:extLst>
              <a:ext uri="{FF2B5EF4-FFF2-40B4-BE49-F238E27FC236}">
                <a16:creationId xmlns:a16="http://schemas.microsoft.com/office/drawing/2014/main" id="{288C4A47-CD7A-445B-8CF1-313F4744C2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4031" y="476672"/>
            <a:ext cx="8135938" cy="54938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20000"/>
              </a:spcBef>
              <a:buClr>
                <a:srgbClr val="C00000"/>
              </a:buClr>
              <a:buFont typeface="Wingdings" panose="05000000000000000000" pitchFamily="2" charset="2"/>
              <a:buChar char="p"/>
              <a:defRPr/>
            </a:pP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接收过程　　</a:t>
            </a:r>
            <a:endParaRPr kumimoji="1" lang="en-US" altLang="zh-CN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接收操作在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RI=0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REN=1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进行。</a:t>
            </a:r>
            <a:endParaRPr kumimoji="1"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接收电路</a:t>
            </a:r>
            <a:r>
              <a:rPr kumimoji="1"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连续</a:t>
            </a:r>
            <a:r>
              <a:rPr kumimoji="1" lang="en-US" altLang="zh-CN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kumimoji="1"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次采样到</a:t>
            </a:r>
            <a:r>
              <a:rPr kumimoji="1" lang="en-US" altLang="zh-CN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RxD</a:t>
            </a:r>
            <a:r>
              <a:rPr kumimoji="1"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为低电平时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，相应检测器便可确认</a:t>
            </a:r>
            <a:r>
              <a:rPr kumimoji="1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RxD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线上有了起始位。此后，接收电路就改为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对第</a:t>
            </a:r>
            <a:r>
              <a:rPr kumimoji="1" lang="en-US" altLang="zh-CN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7,8,9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三个脉冲进行检测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，以三中取二原则来确定所采样数据的值。</a:t>
            </a:r>
            <a:endParaRPr kumimoji="1" lang="en-US" altLang="zh-CN" dirty="0">
              <a:effectLst>
                <a:outerShdw blurRad="38100" dist="38100" dir="2700000" algn="tl">
                  <a:srgbClr val="C0C0C0"/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   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在接收到第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9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数据位（停止位）时，须满足：</a:t>
            </a:r>
            <a:r>
              <a:rPr kumimoji="1" lang="en-US" altLang="zh-CN" u="sng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RI=0</a:t>
            </a:r>
            <a:r>
              <a:rPr kumimoji="1" lang="zh-CN" altLang="en-US" u="sng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kumimoji="1" lang="en-US" altLang="zh-CN" u="sng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SM2=0</a:t>
            </a:r>
            <a:r>
              <a:rPr kumimoji="1" lang="zh-CN" altLang="en-US" u="sng" dirty="0">
                <a:solidFill>
                  <a:srgbClr val="66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或接收到的停止位为“１”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，才能把接收到的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8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位字符</a:t>
            </a:r>
            <a:r>
              <a:rPr kumimoji="1"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存入“</a:t>
            </a:r>
            <a:r>
              <a:rPr kumimoji="1" lang="en-US" altLang="zh-CN" u="sng" dirty="0" err="1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sbuf</a:t>
            </a:r>
            <a:r>
              <a:rPr kumimoji="1" lang="en-US" altLang="zh-CN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(</a:t>
            </a:r>
            <a:r>
              <a:rPr kumimoji="1"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接收</a:t>
            </a:r>
            <a:r>
              <a:rPr kumimoji="1" lang="en-US" altLang="zh-CN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)”</a:t>
            </a:r>
            <a:r>
              <a:rPr kumimoji="1"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，把</a:t>
            </a:r>
            <a:r>
              <a:rPr kumimoji="1"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停止位送</a:t>
            </a:r>
            <a:r>
              <a:rPr kumimoji="1" lang="en-US" altLang="zh-CN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RB8</a:t>
            </a:r>
            <a:r>
              <a:rPr kumimoji="1" lang="zh-CN" altLang="en-US" u="sng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中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，使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RI=1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和发出串行口中断请求。若条件不满足，则此次收到的数据被舍去，不装入“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SBUF(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接收）”中。</a:t>
            </a:r>
            <a:endParaRPr lang="en-US" altLang="zh-CN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8" name="Text Box 4">
            <a:extLst>
              <a:ext uri="{FF2B5EF4-FFF2-40B4-BE49-F238E27FC236}">
                <a16:creationId xmlns:a16="http://schemas.microsoft.com/office/drawing/2014/main" id="{766D3E25-E87A-4D9E-B80A-29F0153BAC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530725"/>
            <a:ext cx="84010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kumimoji="1"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1</a:t>
            </a:r>
            <a:r>
              <a:rPr kumimoji="1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　</a:t>
            </a:r>
            <a:r>
              <a:rPr kumimoji="1"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2</a:t>
            </a:r>
            <a:r>
              <a:rPr kumimoji="1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　</a:t>
            </a:r>
            <a:r>
              <a:rPr kumimoji="1"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3</a:t>
            </a:r>
            <a:r>
              <a:rPr kumimoji="1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　</a:t>
            </a:r>
            <a:r>
              <a:rPr kumimoji="1"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4    5</a:t>
            </a:r>
            <a:r>
              <a:rPr kumimoji="1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　</a:t>
            </a:r>
            <a:r>
              <a:rPr kumimoji="1"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6</a:t>
            </a:r>
            <a:r>
              <a:rPr kumimoji="1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　</a:t>
            </a:r>
            <a:r>
              <a:rPr kumimoji="1"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7   8</a:t>
            </a:r>
            <a:r>
              <a:rPr kumimoji="1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　</a:t>
            </a:r>
            <a:r>
              <a:rPr kumimoji="1" lang="en-US" altLang="zh-CN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9   10  11  12  13 14  15 16    1   2    3    4    5    6   7    8   9</a:t>
            </a:r>
            <a:r>
              <a:rPr kumimoji="1" lang="zh-CN" altLang="en-US" sz="1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</a:rPr>
              <a:t>　</a:t>
            </a:r>
          </a:p>
        </p:txBody>
      </p:sp>
      <p:grpSp>
        <p:nvGrpSpPr>
          <p:cNvPr id="108549" name="Group 5">
            <a:extLst>
              <a:ext uri="{FF2B5EF4-FFF2-40B4-BE49-F238E27FC236}">
                <a16:creationId xmlns:a16="http://schemas.microsoft.com/office/drawing/2014/main" id="{7A4103A9-E587-40AD-A11B-4F25B68C0120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4803775"/>
            <a:ext cx="1666875" cy="857250"/>
            <a:chOff x="144" y="2764"/>
            <a:chExt cx="1050" cy="540"/>
          </a:xfrm>
        </p:grpSpPr>
        <p:sp>
          <p:nvSpPr>
            <p:cNvPr id="24734" name="Line 6">
              <a:extLst>
                <a:ext uri="{FF2B5EF4-FFF2-40B4-BE49-F238E27FC236}">
                  <a16:creationId xmlns:a16="http://schemas.microsoft.com/office/drawing/2014/main" id="{3A39874E-33FB-4490-94A6-D86ADD079E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63" y="2764"/>
              <a:ext cx="0" cy="29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735" name="Text Box 7">
              <a:extLst>
                <a:ext uri="{FF2B5EF4-FFF2-40B4-BE49-F238E27FC236}">
                  <a16:creationId xmlns:a16="http://schemas.microsoft.com/office/drawing/2014/main" id="{BEB0EC37-85E6-4108-AF90-46DD01E317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" y="3054"/>
              <a:ext cx="10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0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启动检测</a:t>
              </a:r>
            </a:p>
          </p:txBody>
        </p:sp>
      </p:grpSp>
      <p:grpSp>
        <p:nvGrpSpPr>
          <p:cNvPr id="108552" name="Group 8">
            <a:extLst>
              <a:ext uri="{FF2B5EF4-FFF2-40B4-BE49-F238E27FC236}">
                <a16:creationId xmlns:a16="http://schemas.microsoft.com/office/drawing/2014/main" id="{81435C71-DF61-4DED-A013-A5779EC31745}"/>
              </a:ext>
            </a:extLst>
          </p:cNvPr>
          <p:cNvGrpSpPr>
            <a:grpSpLocks/>
          </p:cNvGrpSpPr>
          <p:nvPr/>
        </p:nvGrpSpPr>
        <p:grpSpPr bwMode="auto">
          <a:xfrm>
            <a:off x="2195513" y="4803775"/>
            <a:ext cx="1666875" cy="857250"/>
            <a:chOff x="1403" y="2764"/>
            <a:chExt cx="1050" cy="540"/>
          </a:xfrm>
        </p:grpSpPr>
        <p:sp>
          <p:nvSpPr>
            <p:cNvPr id="24732" name="Line 9">
              <a:extLst>
                <a:ext uri="{FF2B5EF4-FFF2-40B4-BE49-F238E27FC236}">
                  <a16:creationId xmlns:a16="http://schemas.microsoft.com/office/drawing/2014/main" id="{6C6EC353-FD06-4D80-B441-1D122E688C2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31" y="2764"/>
              <a:ext cx="0" cy="29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733" name="Text Box 10">
              <a:extLst>
                <a:ext uri="{FF2B5EF4-FFF2-40B4-BE49-F238E27FC236}">
                  <a16:creationId xmlns:a16="http://schemas.microsoft.com/office/drawing/2014/main" id="{5ED763A8-FCF9-4BCA-AF95-9ED72BF5D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" y="3054"/>
              <a:ext cx="1050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确认启动位</a:t>
              </a:r>
            </a:p>
          </p:txBody>
        </p:sp>
      </p:grpSp>
      <p:grpSp>
        <p:nvGrpSpPr>
          <p:cNvPr id="108555" name="Group 11">
            <a:extLst>
              <a:ext uri="{FF2B5EF4-FFF2-40B4-BE49-F238E27FC236}">
                <a16:creationId xmlns:a16="http://schemas.microsoft.com/office/drawing/2014/main" id="{9A53B76B-A9A0-4F88-98CA-3115BFA0FBB1}"/>
              </a:ext>
            </a:extLst>
          </p:cNvPr>
          <p:cNvGrpSpPr>
            <a:grpSpLocks/>
          </p:cNvGrpSpPr>
          <p:nvPr/>
        </p:nvGrpSpPr>
        <p:grpSpPr bwMode="auto">
          <a:xfrm>
            <a:off x="7508875" y="4783138"/>
            <a:ext cx="1335088" cy="857250"/>
            <a:chOff x="4700" y="2751"/>
            <a:chExt cx="841" cy="540"/>
          </a:xfrm>
        </p:grpSpPr>
        <p:sp>
          <p:nvSpPr>
            <p:cNvPr id="24730" name="Line 12">
              <a:extLst>
                <a:ext uri="{FF2B5EF4-FFF2-40B4-BE49-F238E27FC236}">
                  <a16:creationId xmlns:a16="http://schemas.microsoft.com/office/drawing/2014/main" id="{E6332C79-5B92-4E85-853C-75DB822147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84" y="2751"/>
              <a:ext cx="0" cy="29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eaLnBrk="1" hangingPunct="1">
                <a:defRPr/>
              </a:pPr>
              <a:endParaRPr lang="zh-CN" altLang="en-US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731" name="Text Box 13">
              <a:extLst>
                <a:ext uri="{FF2B5EF4-FFF2-40B4-BE49-F238E27FC236}">
                  <a16:creationId xmlns:a16="http://schemas.microsoft.com/office/drawing/2014/main" id="{1C6C186C-E4CD-4204-AD08-CADD3FA529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0" y="3041"/>
              <a:ext cx="84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1pPr>
              <a:lvl2pPr marL="742950" indent="-28575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2pPr>
              <a:lvl3pPr marL="1143000" indent="-22860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3pPr>
              <a:lvl4pPr marL="1600200" indent="-22860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4pPr>
              <a:lvl5pPr marL="2057400" indent="-228600" eaLnBrk="0" hangingPunct="0"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itchFamily="34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defRPr/>
              </a:pPr>
              <a:r>
                <a:rPr kumimoji="1" lang="zh-CN" altLang="en-US" sz="200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 New Roman" pitchFamily="18" charset="0"/>
                </a:rPr>
                <a:t>采样数据</a:t>
              </a:r>
            </a:p>
          </p:txBody>
        </p:sp>
      </p:grpSp>
      <p:grpSp>
        <p:nvGrpSpPr>
          <p:cNvPr id="108558" name="Group 14">
            <a:extLst>
              <a:ext uri="{FF2B5EF4-FFF2-40B4-BE49-F238E27FC236}">
                <a16:creationId xmlns:a16="http://schemas.microsoft.com/office/drawing/2014/main" id="{35466916-9EF9-48D8-8A5F-39E13B4999CA}"/>
              </a:ext>
            </a:extLst>
          </p:cNvPr>
          <p:cNvGrpSpPr>
            <a:grpSpLocks/>
          </p:cNvGrpSpPr>
          <p:nvPr/>
        </p:nvGrpSpPr>
        <p:grpSpPr bwMode="auto">
          <a:xfrm>
            <a:off x="123825" y="2225675"/>
            <a:ext cx="8985250" cy="2301875"/>
            <a:chOff x="48" y="1142"/>
            <a:chExt cx="5660" cy="1450"/>
          </a:xfrm>
        </p:grpSpPr>
        <p:sp>
          <p:nvSpPr>
            <p:cNvPr id="40968" name="Line 15">
              <a:extLst>
                <a:ext uri="{FF2B5EF4-FFF2-40B4-BE49-F238E27FC236}">
                  <a16:creationId xmlns:a16="http://schemas.microsoft.com/office/drawing/2014/main" id="{B7C11F2F-69E1-418A-BD7A-BB48E7E2C1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94" y="2592"/>
              <a:ext cx="147" cy="0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40969" name="Group 16">
              <a:extLst>
                <a:ext uri="{FF2B5EF4-FFF2-40B4-BE49-F238E27FC236}">
                  <a16:creationId xmlns:a16="http://schemas.microsoft.com/office/drawing/2014/main" id="{3C244A29-DEB2-43D0-8D16-D1D94A0B9C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4" y="2304"/>
              <a:ext cx="210" cy="288"/>
              <a:chOff x="432" y="3120"/>
              <a:chExt cx="291" cy="288"/>
            </a:xfrm>
          </p:grpSpPr>
          <p:sp>
            <p:nvSpPr>
              <p:cNvPr id="41110" name="Line 17">
                <a:extLst>
                  <a:ext uri="{FF2B5EF4-FFF2-40B4-BE49-F238E27FC236}">
                    <a16:creationId xmlns:a16="http://schemas.microsoft.com/office/drawing/2014/main" id="{EE065519-282A-4CEE-A33E-52B8F8F902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11" name="Line 18">
                <a:extLst>
                  <a:ext uri="{FF2B5EF4-FFF2-40B4-BE49-F238E27FC236}">
                    <a16:creationId xmlns:a16="http://schemas.microsoft.com/office/drawing/2014/main" id="{0D72C8FD-F242-4B7A-81A4-6E4E04BCE7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12" name="Line 19">
                <a:extLst>
                  <a:ext uri="{FF2B5EF4-FFF2-40B4-BE49-F238E27FC236}">
                    <a16:creationId xmlns:a16="http://schemas.microsoft.com/office/drawing/2014/main" id="{48D6554D-4FEC-4DBC-B9FA-8F78648DB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13" name="Line 20">
                <a:extLst>
                  <a:ext uri="{FF2B5EF4-FFF2-40B4-BE49-F238E27FC236}">
                    <a16:creationId xmlns:a16="http://schemas.microsoft.com/office/drawing/2014/main" id="{10003FE5-A5B7-44D5-87D7-4B477C640A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0" name="Group 21">
              <a:extLst>
                <a:ext uri="{FF2B5EF4-FFF2-40B4-BE49-F238E27FC236}">
                  <a16:creationId xmlns:a16="http://schemas.microsoft.com/office/drawing/2014/main" id="{5914AABC-E8E6-47D1-8B59-2E75B40BE5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4" y="2304"/>
              <a:ext cx="210" cy="288"/>
              <a:chOff x="432" y="3120"/>
              <a:chExt cx="291" cy="288"/>
            </a:xfrm>
          </p:grpSpPr>
          <p:sp>
            <p:nvSpPr>
              <p:cNvPr id="41106" name="Line 22">
                <a:extLst>
                  <a:ext uri="{FF2B5EF4-FFF2-40B4-BE49-F238E27FC236}">
                    <a16:creationId xmlns:a16="http://schemas.microsoft.com/office/drawing/2014/main" id="{D99391EA-30BC-4F1F-BF68-1386D3DEF5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7" name="Line 23">
                <a:extLst>
                  <a:ext uri="{FF2B5EF4-FFF2-40B4-BE49-F238E27FC236}">
                    <a16:creationId xmlns:a16="http://schemas.microsoft.com/office/drawing/2014/main" id="{4EBBD27C-4F97-473D-86BF-7FECC28E22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8" name="Line 24">
                <a:extLst>
                  <a:ext uri="{FF2B5EF4-FFF2-40B4-BE49-F238E27FC236}">
                    <a16:creationId xmlns:a16="http://schemas.microsoft.com/office/drawing/2014/main" id="{F0EEF85A-F64B-4478-AF25-B7718675E8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9" name="Line 25">
                <a:extLst>
                  <a:ext uri="{FF2B5EF4-FFF2-40B4-BE49-F238E27FC236}">
                    <a16:creationId xmlns:a16="http://schemas.microsoft.com/office/drawing/2014/main" id="{5D1E357A-E2D2-4CE5-B810-41398B5656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1" name="Group 26">
              <a:extLst>
                <a:ext uri="{FF2B5EF4-FFF2-40B4-BE49-F238E27FC236}">
                  <a16:creationId xmlns:a16="http://schemas.microsoft.com/office/drawing/2014/main" id="{533F1E78-FCBD-4C85-A203-C3F83AFE06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64" y="2304"/>
              <a:ext cx="210" cy="288"/>
              <a:chOff x="432" y="3120"/>
              <a:chExt cx="291" cy="288"/>
            </a:xfrm>
          </p:grpSpPr>
          <p:sp>
            <p:nvSpPr>
              <p:cNvPr id="41102" name="Line 27">
                <a:extLst>
                  <a:ext uri="{FF2B5EF4-FFF2-40B4-BE49-F238E27FC236}">
                    <a16:creationId xmlns:a16="http://schemas.microsoft.com/office/drawing/2014/main" id="{7A1C43EF-AA5B-40B0-9CA2-6AFAB4CE3F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3" name="Line 28">
                <a:extLst>
                  <a:ext uri="{FF2B5EF4-FFF2-40B4-BE49-F238E27FC236}">
                    <a16:creationId xmlns:a16="http://schemas.microsoft.com/office/drawing/2014/main" id="{7FE8F51A-93DC-421A-8BF5-BE50C4ECF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4" name="Line 29">
                <a:extLst>
                  <a:ext uri="{FF2B5EF4-FFF2-40B4-BE49-F238E27FC236}">
                    <a16:creationId xmlns:a16="http://schemas.microsoft.com/office/drawing/2014/main" id="{F1FD249E-A564-4C8D-B454-E80877A753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5" name="Line 30">
                <a:extLst>
                  <a:ext uri="{FF2B5EF4-FFF2-40B4-BE49-F238E27FC236}">
                    <a16:creationId xmlns:a16="http://schemas.microsoft.com/office/drawing/2014/main" id="{10EF1DDE-E591-4B0E-923C-7AF853154E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2" name="Group 31">
              <a:extLst>
                <a:ext uri="{FF2B5EF4-FFF2-40B4-BE49-F238E27FC236}">
                  <a16:creationId xmlns:a16="http://schemas.microsoft.com/office/drawing/2014/main" id="{17240BC9-D1EB-4DD7-83C6-3A8AB36E6E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4" y="2304"/>
              <a:ext cx="210" cy="288"/>
              <a:chOff x="432" y="3120"/>
              <a:chExt cx="291" cy="288"/>
            </a:xfrm>
          </p:grpSpPr>
          <p:sp>
            <p:nvSpPr>
              <p:cNvPr id="41098" name="Line 32">
                <a:extLst>
                  <a:ext uri="{FF2B5EF4-FFF2-40B4-BE49-F238E27FC236}">
                    <a16:creationId xmlns:a16="http://schemas.microsoft.com/office/drawing/2014/main" id="{666E99BA-0A60-4916-BD19-8B63002F1A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99" name="Line 33">
                <a:extLst>
                  <a:ext uri="{FF2B5EF4-FFF2-40B4-BE49-F238E27FC236}">
                    <a16:creationId xmlns:a16="http://schemas.microsoft.com/office/drawing/2014/main" id="{77550BF8-87D4-4F32-B99E-98EAA64D28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0" name="Line 34">
                <a:extLst>
                  <a:ext uri="{FF2B5EF4-FFF2-40B4-BE49-F238E27FC236}">
                    <a16:creationId xmlns:a16="http://schemas.microsoft.com/office/drawing/2014/main" id="{6BA52251-A3FE-48EA-ACA3-ACC151D933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101" name="Line 35">
                <a:extLst>
                  <a:ext uri="{FF2B5EF4-FFF2-40B4-BE49-F238E27FC236}">
                    <a16:creationId xmlns:a16="http://schemas.microsoft.com/office/drawing/2014/main" id="{DB19C0CC-F9EB-4816-81E2-F3D11AF74E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3" name="Group 36">
              <a:extLst>
                <a:ext uri="{FF2B5EF4-FFF2-40B4-BE49-F238E27FC236}">
                  <a16:creationId xmlns:a16="http://schemas.microsoft.com/office/drawing/2014/main" id="{B77E68FE-214B-4EFB-B3B2-4BF061CF339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4" y="2304"/>
              <a:ext cx="210" cy="288"/>
              <a:chOff x="432" y="3120"/>
              <a:chExt cx="291" cy="288"/>
            </a:xfrm>
          </p:grpSpPr>
          <p:sp>
            <p:nvSpPr>
              <p:cNvPr id="41094" name="Line 37">
                <a:extLst>
                  <a:ext uri="{FF2B5EF4-FFF2-40B4-BE49-F238E27FC236}">
                    <a16:creationId xmlns:a16="http://schemas.microsoft.com/office/drawing/2014/main" id="{708DCDB5-1A1D-4E45-8E6A-454505FFE9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95" name="Line 38">
                <a:extLst>
                  <a:ext uri="{FF2B5EF4-FFF2-40B4-BE49-F238E27FC236}">
                    <a16:creationId xmlns:a16="http://schemas.microsoft.com/office/drawing/2014/main" id="{AD57B4FB-2CC3-4307-A619-522190DDD4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96" name="Line 39">
                <a:extLst>
                  <a:ext uri="{FF2B5EF4-FFF2-40B4-BE49-F238E27FC236}">
                    <a16:creationId xmlns:a16="http://schemas.microsoft.com/office/drawing/2014/main" id="{845B0748-3256-4E63-9BF1-5501E9EAB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97" name="Line 40">
                <a:extLst>
                  <a:ext uri="{FF2B5EF4-FFF2-40B4-BE49-F238E27FC236}">
                    <a16:creationId xmlns:a16="http://schemas.microsoft.com/office/drawing/2014/main" id="{2E4F4C12-93C1-41C1-B3F0-F743A2E996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4" name="Group 41">
              <a:extLst>
                <a:ext uri="{FF2B5EF4-FFF2-40B4-BE49-F238E27FC236}">
                  <a16:creationId xmlns:a16="http://schemas.microsoft.com/office/drawing/2014/main" id="{A3F102C4-50B5-40C8-B2AA-4D18D1B23AB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94" y="2304"/>
              <a:ext cx="210" cy="288"/>
              <a:chOff x="432" y="3120"/>
              <a:chExt cx="291" cy="288"/>
            </a:xfrm>
          </p:grpSpPr>
          <p:sp>
            <p:nvSpPr>
              <p:cNvPr id="41090" name="Line 42">
                <a:extLst>
                  <a:ext uri="{FF2B5EF4-FFF2-40B4-BE49-F238E27FC236}">
                    <a16:creationId xmlns:a16="http://schemas.microsoft.com/office/drawing/2014/main" id="{97BA460F-C645-436A-A6CA-896ED7EB03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91" name="Line 43">
                <a:extLst>
                  <a:ext uri="{FF2B5EF4-FFF2-40B4-BE49-F238E27FC236}">
                    <a16:creationId xmlns:a16="http://schemas.microsoft.com/office/drawing/2014/main" id="{030D7A83-86A2-4F08-B311-68612A59A5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92" name="Line 44">
                <a:extLst>
                  <a:ext uri="{FF2B5EF4-FFF2-40B4-BE49-F238E27FC236}">
                    <a16:creationId xmlns:a16="http://schemas.microsoft.com/office/drawing/2014/main" id="{F615410E-E7DB-4F52-A982-BC896136EC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93" name="Line 45">
                <a:extLst>
                  <a:ext uri="{FF2B5EF4-FFF2-40B4-BE49-F238E27FC236}">
                    <a16:creationId xmlns:a16="http://schemas.microsoft.com/office/drawing/2014/main" id="{903E521E-A8A8-4851-8BF4-5A02792D6B7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5" name="Group 46">
              <a:extLst>
                <a:ext uri="{FF2B5EF4-FFF2-40B4-BE49-F238E27FC236}">
                  <a16:creationId xmlns:a16="http://schemas.microsoft.com/office/drawing/2014/main" id="{F63875B7-DA9E-4B38-8225-EAD4EFB6A2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04" y="2304"/>
              <a:ext cx="210" cy="288"/>
              <a:chOff x="432" y="3120"/>
              <a:chExt cx="291" cy="288"/>
            </a:xfrm>
          </p:grpSpPr>
          <p:sp>
            <p:nvSpPr>
              <p:cNvPr id="41086" name="Line 47">
                <a:extLst>
                  <a:ext uri="{FF2B5EF4-FFF2-40B4-BE49-F238E27FC236}">
                    <a16:creationId xmlns:a16="http://schemas.microsoft.com/office/drawing/2014/main" id="{B7B56B35-CC8C-4318-85BA-1CF094AF37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87" name="Line 48">
                <a:extLst>
                  <a:ext uri="{FF2B5EF4-FFF2-40B4-BE49-F238E27FC236}">
                    <a16:creationId xmlns:a16="http://schemas.microsoft.com/office/drawing/2014/main" id="{29FA944E-4134-4586-9B7B-94B5657C4B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88" name="Line 49">
                <a:extLst>
                  <a:ext uri="{FF2B5EF4-FFF2-40B4-BE49-F238E27FC236}">
                    <a16:creationId xmlns:a16="http://schemas.microsoft.com/office/drawing/2014/main" id="{60EC19BE-6B42-416E-B75B-00F3A91E10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89" name="Line 50">
                <a:extLst>
                  <a:ext uri="{FF2B5EF4-FFF2-40B4-BE49-F238E27FC236}">
                    <a16:creationId xmlns:a16="http://schemas.microsoft.com/office/drawing/2014/main" id="{E3DAA0C7-AF4D-416E-AD57-71EC3FACB7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6" name="Group 51">
              <a:extLst>
                <a:ext uri="{FF2B5EF4-FFF2-40B4-BE49-F238E27FC236}">
                  <a16:creationId xmlns:a16="http://schemas.microsoft.com/office/drawing/2014/main" id="{CAC37408-AC22-4E31-8EBE-E8F92F0A948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14" y="2304"/>
              <a:ext cx="210" cy="288"/>
              <a:chOff x="432" y="3120"/>
              <a:chExt cx="291" cy="288"/>
            </a:xfrm>
          </p:grpSpPr>
          <p:sp>
            <p:nvSpPr>
              <p:cNvPr id="41082" name="Line 52">
                <a:extLst>
                  <a:ext uri="{FF2B5EF4-FFF2-40B4-BE49-F238E27FC236}">
                    <a16:creationId xmlns:a16="http://schemas.microsoft.com/office/drawing/2014/main" id="{CD83C3EE-CBDF-4D3C-938B-9F1281054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83" name="Line 53">
                <a:extLst>
                  <a:ext uri="{FF2B5EF4-FFF2-40B4-BE49-F238E27FC236}">
                    <a16:creationId xmlns:a16="http://schemas.microsoft.com/office/drawing/2014/main" id="{B0767FFA-6D02-4833-B483-9CF053F9C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84" name="Line 54">
                <a:extLst>
                  <a:ext uri="{FF2B5EF4-FFF2-40B4-BE49-F238E27FC236}">
                    <a16:creationId xmlns:a16="http://schemas.microsoft.com/office/drawing/2014/main" id="{57236594-6018-42A4-98F5-2A4A6A679D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85" name="Line 55">
                <a:extLst>
                  <a:ext uri="{FF2B5EF4-FFF2-40B4-BE49-F238E27FC236}">
                    <a16:creationId xmlns:a16="http://schemas.microsoft.com/office/drawing/2014/main" id="{CCAB33D9-1DE0-411D-9389-DC1C04629D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7" name="Group 56">
              <a:extLst>
                <a:ext uri="{FF2B5EF4-FFF2-40B4-BE49-F238E27FC236}">
                  <a16:creationId xmlns:a16="http://schemas.microsoft.com/office/drawing/2014/main" id="{60477645-42A0-454A-9B8B-2B3C7FEB80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24" y="2304"/>
              <a:ext cx="210" cy="288"/>
              <a:chOff x="432" y="3120"/>
              <a:chExt cx="291" cy="288"/>
            </a:xfrm>
          </p:grpSpPr>
          <p:sp>
            <p:nvSpPr>
              <p:cNvPr id="41078" name="Line 57">
                <a:extLst>
                  <a:ext uri="{FF2B5EF4-FFF2-40B4-BE49-F238E27FC236}">
                    <a16:creationId xmlns:a16="http://schemas.microsoft.com/office/drawing/2014/main" id="{12A50CEA-B976-4000-AB48-9F5B75B25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79" name="Line 58">
                <a:extLst>
                  <a:ext uri="{FF2B5EF4-FFF2-40B4-BE49-F238E27FC236}">
                    <a16:creationId xmlns:a16="http://schemas.microsoft.com/office/drawing/2014/main" id="{CD771D25-7869-42C0-BF6F-693754099E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80" name="Line 59">
                <a:extLst>
                  <a:ext uri="{FF2B5EF4-FFF2-40B4-BE49-F238E27FC236}">
                    <a16:creationId xmlns:a16="http://schemas.microsoft.com/office/drawing/2014/main" id="{C5D1914C-43A4-41AE-8E8F-7F9AD93DB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81" name="Line 60">
                <a:extLst>
                  <a:ext uri="{FF2B5EF4-FFF2-40B4-BE49-F238E27FC236}">
                    <a16:creationId xmlns:a16="http://schemas.microsoft.com/office/drawing/2014/main" id="{01715742-A497-491A-AC11-55387EB54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8" name="Group 61">
              <a:extLst>
                <a:ext uri="{FF2B5EF4-FFF2-40B4-BE49-F238E27FC236}">
                  <a16:creationId xmlns:a16="http://schemas.microsoft.com/office/drawing/2014/main" id="{A8A14AB2-B6F7-4A0D-937D-77EBE37850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34" y="2304"/>
              <a:ext cx="210" cy="288"/>
              <a:chOff x="432" y="3120"/>
              <a:chExt cx="291" cy="288"/>
            </a:xfrm>
          </p:grpSpPr>
          <p:sp>
            <p:nvSpPr>
              <p:cNvPr id="41074" name="Line 62">
                <a:extLst>
                  <a:ext uri="{FF2B5EF4-FFF2-40B4-BE49-F238E27FC236}">
                    <a16:creationId xmlns:a16="http://schemas.microsoft.com/office/drawing/2014/main" id="{BE9E8E4F-2B54-428E-9496-434FE9BADC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75" name="Line 63">
                <a:extLst>
                  <a:ext uri="{FF2B5EF4-FFF2-40B4-BE49-F238E27FC236}">
                    <a16:creationId xmlns:a16="http://schemas.microsoft.com/office/drawing/2014/main" id="{E0A9FC65-5A1A-4F0A-A6D3-98326F75F1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76" name="Line 64">
                <a:extLst>
                  <a:ext uri="{FF2B5EF4-FFF2-40B4-BE49-F238E27FC236}">
                    <a16:creationId xmlns:a16="http://schemas.microsoft.com/office/drawing/2014/main" id="{EE707616-2DE9-4A13-B09B-C68B95C158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77" name="Line 65">
                <a:extLst>
                  <a:ext uri="{FF2B5EF4-FFF2-40B4-BE49-F238E27FC236}">
                    <a16:creationId xmlns:a16="http://schemas.microsoft.com/office/drawing/2014/main" id="{A04CFE9B-F738-4758-A5EA-AE6E4626A8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79" name="Group 66">
              <a:extLst>
                <a:ext uri="{FF2B5EF4-FFF2-40B4-BE49-F238E27FC236}">
                  <a16:creationId xmlns:a16="http://schemas.microsoft.com/office/drawing/2014/main" id="{9E104F10-FCFC-46CB-883D-E2A3CEE9A8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44" y="2304"/>
              <a:ext cx="210" cy="288"/>
              <a:chOff x="432" y="3120"/>
              <a:chExt cx="291" cy="288"/>
            </a:xfrm>
          </p:grpSpPr>
          <p:sp>
            <p:nvSpPr>
              <p:cNvPr id="41070" name="Line 67">
                <a:extLst>
                  <a:ext uri="{FF2B5EF4-FFF2-40B4-BE49-F238E27FC236}">
                    <a16:creationId xmlns:a16="http://schemas.microsoft.com/office/drawing/2014/main" id="{6AA25127-9E1B-4A23-8CC6-6FFD3904D8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71" name="Line 68">
                <a:extLst>
                  <a:ext uri="{FF2B5EF4-FFF2-40B4-BE49-F238E27FC236}">
                    <a16:creationId xmlns:a16="http://schemas.microsoft.com/office/drawing/2014/main" id="{63D103C0-C408-4E05-89C6-A7028D674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72" name="Line 69">
                <a:extLst>
                  <a:ext uri="{FF2B5EF4-FFF2-40B4-BE49-F238E27FC236}">
                    <a16:creationId xmlns:a16="http://schemas.microsoft.com/office/drawing/2014/main" id="{021299A8-E385-4C69-8BE8-BE55559B41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73" name="Line 70">
                <a:extLst>
                  <a:ext uri="{FF2B5EF4-FFF2-40B4-BE49-F238E27FC236}">
                    <a16:creationId xmlns:a16="http://schemas.microsoft.com/office/drawing/2014/main" id="{C1BFD537-38B7-4E71-887E-3ABE19487E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0" name="Group 71">
              <a:extLst>
                <a:ext uri="{FF2B5EF4-FFF2-40B4-BE49-F238E27FC236}">
                  <a16:creationId xmlns:a16="http://schemas.microsoft.com/office/drawing/2014/main" id="{746FA38F-AC42-4D14-9BBE-C020C35F0C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54" y="2304"/>
              <a:ext cx="210" cy="288"/>
              <a:chOff x="432" y="3120"/>
              <a:chExt cx="291" cy="288"/>
            </a:xfrm>
          </p:grpSpPr>
          <p:sp>
            <p:nvSpPr>
              <p:cNvPr id="41066" name="Line 72">
                <a:extLst>
                  <a:ext uri="{FF2B5EF4-FFF2-40B4-BE49-F238E27FC236}">
                    <a16:creationId xmlns:a16="http://schemas.microsoft.com/office/drawing/2014/main" id="{31C1BC27-67C6-45F9-82A4-47E602F56A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7" name="Line 73">
                <a:extLst>
                  <a:ext uri="{FF2B5EF4-FFF2-40B4-BE49-F238E27FC236}">
                    <a16:creationId xmlns:a16="http://schemas.microsoft.com/office/drawing/2014/main" id="{74023627-0E1D-4515-B2E2-50CF6D6350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8" name="Line 74">
                <a:extLst>
                  <a:ext uri="{FF2B5EF4-FFF2-40B4-BE49-F238E27FC236}">
                    <a16:creationId xmlns:a16="http://schemas.microsoft.com/office/drawing/2014/main" id="{CC10CAD4-78BF-42A5-AD05-8C72C65296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9" name="Line 75">
                <a:extLst>
                  <a:ext uri="{FF2B5EF4-FFF2-40B4-BE49-F238E27FC236}">
                    <a16:creationId xmlns:a16="http://schemas.microsoft.com/office/drawing/2014/main" id="{59C0DB53-95EA-4B89-A7D1-DA9263C7A2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1" name="Group 76">
              <a:extLst>
                <a:ext uri="{FF2B5EF4-FFF2-40B4-BE49-F238E27FC236}">
                  <a16:creationId xmlns:a16="http://schemas.microsoft.com/office/drawing/2014/main" id="{FDFE8DFB-84D8-454B-A111-8CAC3BF092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4" y="2304"/>
              <a:ext cx="210" cy="288"/>
              <a:chOff x="432" y="3120"/>
              <a:chExt cx="291" cy="288"/>
            </a:xfrm>
          </p:grpSpPr>
          <p:sp>
            <p:nvSpPr>
              <p:cNvPr id="41062" name="Line 77">
                <a:extLst>
                  <a:ext uri="{FF2B5EF4-FFF2-40B4-BE49-F238E27FC236}">
                    <a16:creationId xmlns:a16="http://schemas.microsoft.com/office/drawing/2014/main" id="{3E351E2B-F3AD-4909-91B3-481727FB3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3" name="Line 78">
                <a:extLst>
                  <a:ext uri="{FF2B5EF4-FFF2-40B4-BE49-F238E27FC236}">
                    <a16:creationId xmlns:a16="http://schemas.microsoft.com/office/drawing/2014/main" id="{3DAD88B6-DF9D-4D38-ADB5-29C63A4F39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4" name="Line 79">
                <a:extLst>
                  <a:ext uri="{FF2B5EF4-FFF2-40B4-BE49-F238E27FC236}">
                    <a16:creationId xmlns:a16="http://schemas.microsoft.com/office/drawing/2014/main" id="{04C26630-F269-4B61-8101-7B237B1A8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5" name="Line 80">
                <a:extLst>
                  <a:ext uri="{FF2B5EF4-FFF2-40B4-BE49-F238E27FC236}">
                    <a16:creationId xmlns:a16="http://schemas.microsoft.com/office/drawing/2014/main" id="{D2ACC9A5-D57A-462D-9F5A-36F9DB29A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2" name="Group 81">
              <a:extLst>
                <a:ext uri="{FF2B5EF4-FFF2-40B4-BE49-F238E27FC236}">
                  <a16:creationId xmlns:a16="http://schemas.microsoft.com/office/drawing/2014/main" id="{E16549B9-2F78-46FB-8DE3-5C07A988854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74" y="2304"/>
              <a:ext cx="210" cy="288"/>
              <a:chOff x="432" y="3120"/>
              <a:chExt cx="291" cy="288"/>
            </a:xfrm>
          </p:grpSpPr>
          <p:sp>
            <p:nvSpPr>
              <p:cNvPr id="41058" name="Line 82">
                <a:extLst>
                  <a:ext uri="{FF2B5EF4-FFF2-40B4-BE49-F238E27FC236}">
                    <a16:creationId xmlns:a16="http://schemas.microsoft.com/office/drawing/2014/main" id="{0A198ED0-9645-4AE5-8241-2A00F02FB8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9" name="Line 83">
                <a:extLst>
                  <a:ext uri="{FF2B5EF4-FFF2-40B4-BE49-F238E27FC236}">
                    <a16:creationId xmlns:a16="http://schemas.microsoft.com/office/drawing/2014/main" id="{D766C25C-DF0B-40DE-A498-0B3F74D0C4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0" name="Line 84">
                <a:extLst>
                  <a:ext uri="{FF2B5EF4-FFF2-40B4-BE49-F238E27FC236}">
                    <a16:creationId xmlns:a16="http://schemas.microsoft.com/office/drawing/2014/main" id="{E54A178C-EB5D-46A7-B4FA-9047BB953A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61" name="Line 85">
                <a:extLst>
                  <a:ext uri="{FF2B5EF4-FFF2-40B4-BE49-F238E27FC236}">
                    <a16:creationId xmlns:a16="http://schemas.microsoft.com/office/drawing/2014/main" id="{669B6EEC-6ADB-4B45-9736-F342C859AA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3" name="Group 86">
              <a:extLst>
                <a:ext uri="{FF2B5EF4-FFF2-40B4-BE49-F238E27FC236}">
                  <a16:creationId xmlns:a16="http://schemas.microsoft.com/office/drawing/2014/main" id="{7C7164FF-E5EB-444E-BA34-79185D36CF9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84" y="2304"/>
              <a:ext cx="210" cy="288"/>
              <a:chOff x="432" y="3120"/>
              <a:chExt cx="291" cy="288"/>
            </a:xfrm>
          </p:grpSpPr>
          <p:sp>
            <p:nvSpPr>
              <p:cNvPr id="41054" name="Line 87">
                <a:extLst>
                  <a:ext uri="{FF2B5EF4-FFF2-40B4-BE49-F238E27FC236}">
                    <a16:creationId xmlns:a16="http://schemas.microsoft.com/office/drawing/2014/main" id="{4604E4DB-94E5-47EF-9F37-05316AEB02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5" name="Line 88">
                <a:extLst>
                  <a:ext uri="{FF2B5EF4-FFF2-40B4-BE49-F238E27FC236}">
                    <a16:creationId xmlns:a16="http://schemas.microsoft.com/office/drawing/2014/main" id="{485BFCAD-DA50-44E2-B50E-CA175B5E64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6" name="Line 89">
                <a:extLst>
                  <a:ext uri="{FF2B5EF4-FFF2-40B4-BE49-F238E27FC236}">
                    <a16:creationId xmlns:a16="http://schemas.microsoft.com/office/drawing/2014/main" id="{6D7556FF-1BFE-4A60-A54C-7711CCED71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7" name="Line 90">
                <a:extLst>
                  <a:ext uri="{FF2B5EF4-FFF2-40B4-BE49-F238E27FC236}">
                    <a16:creationId xmlns:a16="http://schemas.microsoft.com/office/drawing/2014/main" id="{D3F4BAAC-C95D-4479-9A2D-4FBF9D52C9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4" name="Group 91">
              <a:extLst>
                <a:ext uri="{FF2B5EF4-FFF2-40B4-BE49-F238E27FC236}">
                  <a16:creationId xmlns:a16="http://schemas.microsoft.com/office/drawing/2014/main" id="{A77C91F7-5DAB-4192-BD37-9B1663653E9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94" y="2304"/>
              <a:ext cx="210" cy="288"/>
              <a:chOff x="432" y="3120"/>
              <a:chExt cx="291" cy="288"/>
            </a:xfrm>
          </p:grpSpPr>
          <p:sp>
            <p:nvSpPr>
              <p:cNvPr id="41050" name="Line 92">
                <a:extLst>
                  <a:ext uri="{FF2B5EF4-FFF2-40B4-BE49-F238E27FC236}">
                    <a16:creationId xmlns:a16="http://schemas.microsoft.com/office/drawing/2014/main" id="{48BA5C5F-871B-4F5C-809D-76E692B7B6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1" name="Line 93">
                <a:extLst>
                  <a:ext uri="{FF2B5EF4-FFF2-40B4-BE49-F238E27FC236}">
                    <a16:creationId xmlns:a16="http://schemas.microsoft.com/office/drawing/2014/main" id="{563948F4-757F-4C33-99A8-259BB3E83E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2" name="Line 94">
                <a:extLst>
                  <a:ext uri="{FF2B5EF4-FFF2-40B4-BE49-F238E27FC236}">
                    <a16:creationId xmlns:a16="http://schemas.microsoft.com/office/drawing/2014/main" id="{4ABBDD1A-BD1C-4CA3-AB32-EE9F45865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53" name="Line 95">
                <a:extLst>
                  <a:ext uri="{FF2B5EF4-FFF2-40B4-BE49-F238E27FC236}">
                    <a16:creationId xmlns:a16="http://schemas.microsoft.com/office/drawing/2014/main" id="{8FBF65EA-47EB-4482-9843-F6EE7A2679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5" name="Group 96">
              <a:extLst>
                <a:ext uri="{FF2B5EF4-FFF2-40B4-BE49-F238E27FC236}">
                  <a16:creationId xmlns:a16="http://schemas.microsoft.com/office/drawing/2014/main" id="{C225F0FB-A07F-4F61-BCB3-C028385A37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2304"/>
              <a:ext cx="210" cy="288"/>
              <a:chOff x="432" y="3120"/>
              <a:chExt cx="291" cy="288"/>
            </a:xfrm>
          </p:grpSpPr>
          <p:sp>
            <p:nvSpPr>
              <p:cNvPr id="41046" name="Line 97">
                <a:extLst>
                  <a:ext uri="{FF2B5EF4-FFF2-40B4-BE49-F238E27FC236}">
                    <a16:creationId xmlns:a16="http://schemas.microsoft.com/office/drawing/2014/main" id="{ED2BC33F-7542-4D6D-867E-46EC7B62A1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7" name="Line 98">
                <a:extLst>
                  <a:ext uri="{FF2B5EF4-FFF2-40B4-BE49-F238E27FC236}">
                    <a16:creationId xmlns:a16="http://schemas.microsoft.com/office/drawing/2014/main" id="{D803DF38-2D88-4589-ADC5-3515D13EDE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8" name="Line 99">
                <a:extLst>
                  <a:ext uri="{FF2B5EF4-FFF2-40B4-BE49-F238E27FC236}">
                    <a16:creationId xmlns:a16="http://schemas.microsoft.com/office/drawing/2014/main" id="{EEFF8A9F-B35D-40C2-BE09-4A66CE586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9" name="Line 100">
                <a:extLst>
                  <a:ext uri="{FF2B5EF4-FFF2-40B4-BE49-F238E27FC236}">
                    <a16:creationId xmlns:a16="http://schemas.microsoft.com/office/drawing/2014/main" id="{764E1B4D-8E04-4D38-A82A-161FB1BB22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6" name="Group 101">
              <a:extLst>
                <a:ext uri="{FF2B5EF4-FFF2-40B4-BE49-F238E27FC236}">
                  <a16:creationId xmlns:a16="http://schemas.microsoft.com/office/drawing/2014/main" id="{F45C82B4-3A39-4B31-AEE0-F92EB510BC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14" y="2304"/>
              <a:ext cx="210" cy="288"/>
              <a:chOff x="432" y="3120"/>
              <a:chExt cx="291" cy="288"/>
            </a:xfrm>
          </p:grpSpPr>
          <p:sp>
            <p:nvSpPr>
              <p:cNvPr id="41042" name="Line 102">
                <a:extLst>
                  <a:ext uri="{FF2B5EF4-FFF2-40B4-BE49-F238E27FC236}">
                    <a16:creationId xmlns:a16="http://schemas.microsoft.com/office/drawing/2014/main" id="{30F3FD71-C9D0-41D6-87BC-8B6C04CBE7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3" name="Line 103">
                <a:extLst>
                  <a:ext uri="{FF2B5EF4-FFF2-40B4-BE49-F238E27FC236}">
                    <a16:creationId xmlns:a16="http://schemas.microsoft.com/office/drawing/2014/main" id="{4364EC25-9158-4C82-99B5-BF2453AAAA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4" name="Line 104">
                <a:extLst>
                  <a:ext uri="{FF2B5EF4-FFF2-40B4-BE49-F238E27FC236}">
                    <a16:creationId xmlns:a16="http://schemas.microsoft.com/office/drawing/2014/main" id="{6F78A991-5C39-4774-8023-793DCDBE01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5" name="Line 105">
                <a:extLst>
                  <a:ext uri="{FF2B5EF4-FFF2-40B4-BE49-F238E27FC236}">
                    <a16:creationId xmlns:a16="http://schemas.microsoft.com/office/drawing/2014/main" id="{C6F57604-800D-4ADD-84A5-3624E017A3E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7" name="Group 106">
              <a:extLst>
                <a:ext uri="{FF2B5EF4-FFF2-40B4-BE49-F238E27FC236}">
                  <a16:creationId xmlns:a16="http://schemas.microsoft.com/office/drawing/2014/main" id="{DA1DCC80-3E2A-46AB-B505-4398A79D569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4" y="2304"/>
              <a:ext cx="210" cy="288"/>
              <a:chOff x="432" y="3120"/>
              <a:chExt cx="291" cy="288"/>
            </a:xfrm>
          </p:grpSpPr>
          <p:sp>
            <p:nvSpPr>
              <p:cNvPr id="41038" name="Line 107">
                <a:extLst>
                  <a:ext uri="{FF2B5EF4-FFF2-40B4-BE49-F238E27FC236}">
                    <a16:creationId xmlns:a16="http://schemas.microsoft.com/office/drawing/2014/main" id="{44C18438-B027-4A8B-BF8E-38C1AA905C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9" name="Line 108">
                <a:extLst>
                  <a:ext uri="{FF2B5EF4-FFF2-40B4-BE49-F238E27FC236}">
                    <a16:creationId xmlns:a16="http://schemas.microsoft.com/office/drawing/2014/main" id="{0E3A81A1-D2CD-4EBF-8E55-0E8505C687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0" name="Line 109">
                <a:extLst>
                  <a:ext uri="{FF2B5EF4-FFF2-40B4-BE49-F238E27FC236}">
                    <a16:creationId xmlns:a16="http://schemas.microsoft.com/office/drawing/2014/main" id="{0ED46194-2652-4577-91D0-1FB248DA8F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41" name="Line 110">
                <a:extLst>
                  <a:ext uri="{FF2B5EF4-FFF2-40B4-BE49-F238E27FC236}">
                    <a16:creationId xmlns:a16="http://schemas.microsoft.com/office/drawing/2014/main" id="{F402069A-CBFD-4B02-95AA-75F990A454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8" name="Group 111">
              <a:extLst>
                <a:ext uri="{FF2B5EF4-FFF2-40B4-BE49-F238E27FC236}">
                  <a16:creationId xmlns:a16="http://schemas.microsoft.com/office/drawing/2014/main" id="{FA5E736F-68FB-4B62-92F8-A2BDAD11B1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34" y="2304"/>
              <a:ext cx="210" cy="288"/>
              <a:chOff x="432" y="3120"/>
              <a:chExt cx="291" cy="288"/>
            </a:xfrm>
          </p:grpSpPr>
          <p:sp>
            <p:nvSpPr>
              <p:cNvPr id="41034" name="Line 112">
                <a:extLst>
                  <a:ext uri="{FF2B5EF4-FFF2-40B4-BE49-F238E27FC236}">
                    <a16:creationId xmlns:a16="http://schemas.microsoft.com/office/drawing/2014/main" id="{FF4FBA66-35FF-4B96-BB62-29AB28B2FA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5" name="Line 113">
                <a:extLst>
                  <a:ext uri="{FF2B5EF4-FFF2-40B4-BE49-F238E27FC236}">
                    <a16:creationId xmlns:a16="http://schemas.microsoft.com/office/drawing/2014/main" id="{4A00622C-50B1-40D4-9A27-BA2B008F3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6" name="Line 114">
                <a:extLst>
                  <a:ext uri="{FF2B5EF4-FFF2-40B4-BE49-F238E27FC236}">
                    <a16:creationId xmlns:a16="http://schemas.microsoft.com/office/drawing/2014/main" id="{20CBDA9A-13D1-418B-8333-BFD5260BC4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7" name="Line 115">
                <a:extLst>
                  <a:ext uri="{FF2B5EF4-FFF2-40B4-BE49-F238E27FC236}">
                    <a16:creationId xmlns:a16="http://schemas.microsoft.com/office/drawing/2014/main" id="{4FA5234E-F777-44CD-AB5B-F6DACC474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89" name="Group 116">
              <a:extLst>
                <a:ext uri="{FF2B5EF4-FFF2-40B4-BE49-F238E27FC236}">
                  <a16:creationId xmlns:a16="http://schemas.microsoft.com/office/drawing/2014/main" id="{FD699CE5-7CC2-403F-A8CD-8F8EC274CFC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44" y="2304"/>
              <a:ext cx="210" cy="288"/>
              <a:chOff x="432" y="3120"/>
              <a:chExt cx="291" cy="288"/>
            </a:xfrm>
          </p:grpSpPr>
          <p:sp>
            <p:nvSpPr>
              <p:cNvPr id="41030" name="Line 117">
                <a:extLst>
                  <a:ext uri="{FF2B5EF4-FFF2-40B4-BE49-F238E27FC236}">
                    <a16:creationId xmlns:a16="http://schemas.microsoft.com/office/drawing/2014/main" id="{6A568284-493F-40F4-8A75-D5375D1BC02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1" name="Line 118">
                <a:extLst>
                  <a:ext uri="{FF2B5EF4-FFF2-40B4-BE49-F238E27FC236}">
                    <a16:creationId xmlns:a16="http://schemas.microsoft.com/office/drawing/2014/main" id="{F3845340-20B4-48B7-A0FA-C84D78DE26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2" name="Line 119">
                <a:extLst>
                  <a:ext uri="{FF2B5EF4-FFF2-40B4-BE49-F238E27FC236}">
                    <a16:creationId xmlns:a16="http://schemas.microsoft.com/office/drawing/2014/main" id="{A3083834-828A-4A04-AFEB-84DD520FDB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33" name="Line 120">
                <a:extLst>
                  <a:ext uri="{FF2B5EF4-FFF2-40B4-BE49-F238E27FC236}">
                    <a16:creationId xmlns:a16="http://schemas.microsoft.com/office/drawing/2014/main" id="{4BA53424-A326-4CE1-9C5A-12F365B19B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90" name="Group 121">
              <a:extLst>
                <a:ext uri="{FF2B5EF4-FFF2-40B4-BE49-F238E27FC236}">
                  <a16:creationId xmlns:a16="http://schemas.microsoft.com/office/drawing/2014/main" id="{8EB39DCC-9352-4178-A641-628C164B30B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54" y="2304"/>
              <a:ext cx="210" cy="288"/>
              <a:chOff x="432" y="3120"/>
              <a:chExt cx="291" cy="288"/>
            </a:xfrm>
          </p:grpSpPr>
          <p:sp>
            <p:nvSpPr>
              <p:cNvPr id="41026" name="Line 122">
                <a:extLst>
                  <a:ext uri="{FF2B5EF4-FFF2-40B4-BE49-F238E27FC236}">
                    <a16:creationId xmlns:a16="http://schemas.microsoft.com/office/drawing/2014/main" id="{8082C1CC-0B0E-4A43-8D09-47B43695A93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7" name="Line 123">
                <a:extLst>
                  <a:ext uri="{FF2B5EF4-FFF2-40B4-BE49-F238E27FC236}">
                    <a16:creationId xmlns:a16="http://schemas.microsoft.com/office/drawing/2014/main" id="{5817C05B-FC59-4269-A91E-43F02F947F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8" name="Line 124">
                <a:extLst>
                  <a:ext uri="{FF2B5EF4-FFF2-40B4-BE49-F238E27FC236}">
                    <a16:creationId xmlns:a16="http://schemas.microsoft.com/office/drawing/2014/main" id="{447A1B22-8FB8-4FC9-A1ED-18DE60873D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9" name="Line 125">
                <a:extLst>
                  <a:ext uri="{FF2B5EF4-FFF2-40B4-BE49-F238E27FC236}">
                    <a16:creationId xmlns:a16="http://schemas.microsoft.com/office/drawing/2014/main" id="{6C19BE7A-707C-4272-88F9-0E5D1409C0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91" name="Group 126">
              <a:extLst>
                <a:ext uri="{FF2B5EF4-FFF2-40B4-BE49-F238E27FC236}">
                  <a16:creationId xmlns:a16="http://schemas.microsoft.com/office/drawing/2014/main" id="{6746CC25-6479-461D-8FAC-5184BCAC09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4" y="2304"/>
              <a:ext cx="210" cy="288"/>
              <a:chOff x="432" y="3120"/>
              <a:chExt cx="291" cy="288"/>
            </a:xfrm>
          </p:grpSpPr>
          <p:sp>
            <p:nvSpPr>
              <p:cNvPr id="41022" name="Line 127">
                <a:extLst>
                  <a:ext uri="{FF2B5EF4-FFF2-40B4-BE49-F238E27FC236}">
                    <a16:creationId xmlns:a16="http://schemas.microsoft.com/office/drawing/2014/main" id="{4C7F0386-D4AC-451A-BEF3-E28E9A4712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3" name="Line 128">
                <a:extLst>
                  <a:ext uri="{FF2B5EF4-FFF2-40B4-BE49-F238E27FC236}">
                    <a16:creationId xmlns:a16="http://schemas.microsoft.com/office/drawing/2014/main" id="{CC7AC32A-65CF-4EC9-A3B4-19BCC871E8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4" name="Line 129">
                <a:extLst>
                  <a:ext uri="{FF2B5EF4-FFF2-40B4-BE49-F238E27FC236}">
                    <a16:creationId xmlns:a16="http://schemas.microsoft.com/office/drawing/2014/main" id="{7D1AFADB-DE40-4ABD-8096-F520365BE3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5" name="Line 130">
                <a:extLst>
                  <a:ext uri="{FF2B5EF4-FFF2-40B4-BE49-F238E27FC236}">
                    <a16:creationId xmlns:a16="http://schemas.microsoft.com/office/drawing/2014/main" id="{E820C95F-968F-41D4-99C0-9673FADEA8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92" name="Group 131">
              <a:extLst>
                <a:ext uri="{FF2B5EF4-FFF2-40B4-BE49-F238E27FC236}">
                  <a16:creationId xmlns:a16="http://schemas.microsoft.com/office/drawing/2014/main" id="{DDC4A6E9-3F94-4AD5-AA73-9AD71EACBE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74" y="2304"/>
              <a:ext cx="210" cy="288"/>
              <a:chOff x="432" y="3120"/>
              <a:chExt cx="291" cy="288"/>
            </a:xfrm>
          </p:grpSpPr>
          <p:sp>
            <p:nvSpPr>
              <p:cNvPr id="41018" name="Line 132">
                <a:extLst>
                  <a:ext uri="{FF2B5EF4-FFF2-40B4-BE49-F238E27FC236}">
                    <a16:creationId xmlns:a16="http://schemas.microsoft.com/office/drawing/2014/main" id="{9B4B2F49-F16B-4C84-87E9-0CCF40582D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9" name="Line 133">
                <a:extLst>
                  <a:ext uri="{FF2B5EF4-FFF2-40B4-BE49-F238E27FC236}">
                    <a16:creationId xmlns:a16="http://schemas.microsoft.com/office/drawing/2014/main" id="{25887B2E-8B8F-41B5-AA3B-4446C8B251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0" name="Line 134">
                <a:extLst>
                  <a:ext uri="{FF2B5EF4-FFF2-40B4-BE49-F238E27FC236}">
                    <a16:creationId xmlns:a16="http://schemas.microsoft.com/office/drawing/2014/main" id="{4559C42C-176F-44E7-83FA-1CD6C617B0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21" name="Line 135">
                <a:extLst>
                  <a:ext uri="{FF2B5EF4-FFF2-40B4-BE49-F238E27FC236}">
                    <a16:creationId xmlns:a16="http://schemas.microsoft.com/office/drawing/2014/main" id="{7C481998-A1B0-4052-8F00-1933778E5F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40993" name="Group 136">
              <a:extLst>
                <a:ext uri="{FF2B5EF4-FFF2-40B4-BE49-F238E27FC236}">
                  <a16:creationId xmlns:a16="http://schemas.microsoft.com/office/drawing/2014/main" id="{359BE816-2472-406C-AFB1-B7D139CAE02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84" y="2304"/>
              <a:ext cx="210" cy="288"/>
              <a:chOff x="432" y="3120"/>
              <a:chExt cx="291" cy="288"/>
            </a:xfrm>
          </p:grpSpPr>
          <p:sp>
            <p:nvSpPr>
              <p:cNvPr id="41014" name="Line 137">
                <a:extLst>
                  <a:ext uri="{FF2B5EF4-FFF2-40B4-BE49-F238E27FC236}">
                    <a16:creationId xmlns:a16="http://schemas.microsoft.com/office/drawing/2014/main" id="{195CEF1D-0480-474E-987E-412BEDEC1D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2" y="3408"/>
                <a:ext cx="144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5" name="Line 138">
                <a:extLst>
                  <a:ext uri="{FF2B5EF4-FFF2-40B4-BE49-F238E27FC236}">
                    <a16:creationId xmlns:a16="http://schemas.microsoft.com/office/drawing/2014/main" id="{4DA8F1B2-7209-46EE-A296-58D507EEEC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6" name="Line 139">
                <a:extLst>
                  <a:ext uri="{FF2B5EF4-FFF2-40B4-BE49-F238E27FC236}">
                    <a16:creationId xmlns:a16="http://schemas.microsoft.com/office/drawing/2014/main" id="{517ABB48-97A9-4A89-B37B-2C5C11A8ED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6" y="3120"/>
                <a:ext cx="147" cy="0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017" name="Line 140">
                <a:extLst>
                  <a:ext uri="{FF2B5EF4-FFF2-40B4-BE49-F238E27FC236}">
                    <a16:creationId xmlns:a16="http://schemas.microsoft.com/office/drawing/2014/main" id="{BB0ACDDA-A8C0-403E-A79E-F7A26AF2BE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23" y="3120"/>
                <a:ext cx="0" cy="288"/>
              </a:xfrm>
              <a:prstGeom prst="line">
                <a:avLst/>
              </a:prstGeom>
              <a:noFill/>
              <a:ln w="3175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994" name="Line 141">
              <a:extLst>
                <a:ext uri="{FF2B5EF4-FFF2-40B4-BE49-F238E27FC236}">
                  <a16:creationId xmlns:a16="http://schemas.microsoft.com/office/drawing/2014/main" id="{A12CB122-067A-4AD8-8687-D841DE8BB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" y="1872"/>
              <a:ext cx="3206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5" name="Line 142">
              <a:extLst>
                <a:ext uri="{FF2B5EF4-FFF2-40B4-BE49-F238E27FC236}">
                  <a16:creationId xmlns:a16="http://schemas.microsoft.com/office/drawing/2014/main" id="{E526208D-6B5E-4DFF-87D0-A3A05E30A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1392"/>
              <a:ext cx="0" cy="4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6" name="Line 143">
              <a:extLst>
                <a:ext uri="{FF2B5EF4-FFF2-40B4-BE49-F238E27FC236}">
                  <a16:creationId xmlns:a16="http://schemas.microsoft.com/office/drawing/2014/main" id="{605BEEF9-649C-437A-AB70-5988671A4F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8" y="1872"/>
              <a:ext cx="0" cy="43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7" name="Line 144">
              <a:extLst>
                <a:ext uri="{FF2B5EF4-FFF2-40B4-BE49-F238E27FC236}">
                  <a16:creationId xmlns:a16="http://schemas.microsoft.com/office/drawing/2014/main" id="{1022E7F1-D81F-4154-9825-6F8855DB7B6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8" y="1872"/>
              <a:ext cx="0" cy="43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8" name="Line 145">
              <a:extLst>
                <a:ext uri="{FF2B5EF4-FFF2-40B4-BE49-F238E27FC236}">
                  <a16:creationId xmlns:a16="http://schemas.microsoft.com/office/drawing/2014/main" id="{F6522237-EE39-45A7-87D3-079AB9B8F1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68" y="1872"/>
              <a:ext cx="0" cy="43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999" name="Line 146">
              <a:extLst>
                <a:ext uri="{FF2B5EF4-FFF2-40B4-BE49-F238E27FC236}">
                  <a16:creationId xmlns:a16="http://schemas.microsoft.com/office/drawing/2014/main" id="{C0BD7BC8-AAA7-4A0D-BA2B-FA7F4FA2F1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76" y="1872"/>
              <a:ext cx="0" cy="43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0" name="Line 147">
              <a:extLst>
                <a:ext uri="{FF2B5EF4-FFF2-40B4-BE49-F238E27FC236}">
                  <a16:creationId xmlns:a16="http://schemas.microsoft.com/office/drawing/2014/main" id="{BCA4C4F7-A52C-4517-8D39-D73E0480E3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088" y="1872"/>
              <a:ext cx="0" cy="43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1" name="Line 148">
              <a:extLst>
                <a:ext uri="{FF2B5EF4-FFF2-40B4-BE49-F238E27FC236}">
                  <a16:creationId xmlns:a16="http://schemas.microsoft.com/office/drawing/2014/main" id="{93C1B552-D19B-40DB-BE66-B2933A3DAE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3" y="1872"/>
              <a:ext cx="0" cy="43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2" name="Line 149">
              <a:extLst>
                <a:ext uri="{FF2B5EF4-FFF2-40B4-BE49-F238E27FC236}">
                  <a16:creationId xmlns:a16="http://schemas.microsoft.com/office/drawing/2014/main" id="{22B8DAD0-459B-4DB1-B2E7-647348A558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08" y="1872"/>
              <a:ext cx="0" cy="43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3" name="Line 150">
              <a:extLst>
                <a:ext uri="{FF2B5EF4-FFF2-40B4-BE49-F238E27FC236}">
                  <a16:creationId xmlns:a16="http://schemas.microsoft.com/office/drawing/2014/main" id="{6C85937D-48D2-41FF-85DE-93966C138A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21" y="1872"/>
              <a:ext cx="0" cy="43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4" name="Line 151">
              <a:extLst>
                <a:ext uri="{FF2B5EF4-FFF2-40B4-BE49-F238E27FC236}">
                  <a16:creationId xmlns:a16="http://schemas.microsoft.com/office/drawing/2014/main" id="{ED38937F-41C3-4F43-A00B-D9265C134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" y="1392"/>
              <a:ext cx="0" cy="48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5" name="Line 152">
              <a:extLst>
                <a:ext uri="{FF2B5EF4-FFF2-40B4-BE49-F238E27FC236}">
                  <a16:creationId xmlns:a16="http://schemas.microsoft.com/office/drawing/2014/main" id="{E10FC4A8-8AA4-4FE1-821D-6F29AE7131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81" y="1392"/>
              <a:ext cx="0" cy="91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6" name="Line 153">
              <a:extLst>
                <a:ext uri="{FF2B5EF4-FFF2-40B4-BE49-F238E27FC236}">
                  <a16:creationId xmlns:a16="http://schemas.microsoft.com/office/drawing/2014/main" id="{14A0C231-EE27-4661-8BD7-F7FC09F535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8" y="1392"/>
              <a:ext cx="2052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7" name="Text Box 154">
              <a:extLst>
                <a:ext uri="{FF2B5EF4-FFF2-40B4-BE49-F238E27FC236}">
                  <a16:creationId xmlns:a16="http://schemas.microsoft.com/office/drawing/2014/main" id="{6FC10ABA-C52B-4734-B2D6-6FA114C171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67" y="1142"/>
              <a:ext cx="84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DATA</a:t>
              </a:r>
            </a:p>
          </p:txBody>
        </p:sp>
        <p:sp>
          <p:nvSpPr>
            <p:cNvPr id="41008" name="Line 155">
              <a:extLst>
                <a:ext uri="{FF2B5EF4-FFF2-40B4-BE49-F238E27FC236}">
                  <a16:creationId xmlns:a16="http://schemas.microsoft.com/office/drawing/2014/main" id="{5E1C6BCD-42AA-40EC-9D99-DAEE3736FE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4" y="1632"/>
              <a:ext cx="3194" cy="0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09" name="Text Box 156">
              <a:extLst>
                <a:ext uri="{FF2B5EF4-FFF2-40B4-BE49-F238E27FC236}">
                  <a16:creationId xmlns:a16="http://schemas.microsoft.com/office/drawing/2014/main" id="{520DA348-A131-4DCC-9DCC-BF105CB5EB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" y="1382"/>
              <a:ext cx="525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 dirty="0">
                  <a:latin typeface="Times New Roman" panose="02020603050405020304" pitchFamily="18" charset="0"/>
                </a:rPr>
                <a:t>16Tc</a:t>
              </a:r>
            </a:p>
          </p:txBody>
        </p:sp>
        <p:sp>
          <p:nvSpPr>
            <p:cNvPr id="41010" name="Text Box 157">
              <a:extLst>
                <a:ext uri="{FF2B5EF4-FFF2-40B4-BE49-F238E27FC236}">
                  <a16:creationId xmlns:a16="http://schemas.microsoft.com/office/drawing/2014/main" id="{666459F9-726B-4B51-9CC0-C18249453B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8" y="1257"/>
              <a:ext cx="84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RxD</a:t>
              </a:r>
            </a:p>
          </p:txBody>
        </p:sp>
        <p:sp>
          <p:nvSpPr>
            <p:cNvPr id="41011" name="Line 158">
              <a:extLst>
                <a:ext uri="{FF2B5EF4-FFF2-40B4-BE49-F238E27FC236}">
                  <a16:creationId xmlns:a16="http://schemas.microsoft.com/office/drawing/2014/main" id="{580D882D-27F6-4A65-97C3-D646BABDE2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" y="1392"/>
              <a:ext cx="147" cy="0"/>
            </a:xfrm>
            <a:prstGeom prst="line">
              <a:avLst/>
            </a:prstGeom>
            <a:noFill/>
            <a:ln w="317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2" name="Line 159">
              <a:extLst>
                <a:ext uri="{FF2B5EF4-FFF2-40B4-BE49-F238E27FC236}">
                  <a16:creationId xmlns:a16="http://schemas.microsoft.com/office/drawing/2014/main" id="{30A0DF59-6200-4A91-8F82-EF2E227D9F1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8" y="1872"/>
              <a:ext cx="0" cy="432"/>
            </a:xfrm>
            <a:prstGeom prst="line">
              <a:avLst/>
            </a:prstGeom>
            <a:noFill/>
            <a:ln w="31750">
              <a:solidFill>
                <a:srgbClr val="FF00FF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013" name="Text Box 160">
              <a:extLst>
                <a:ext uri="{FF2B5EF4-FFF2-40B4-BE49-F238E27FC236}">
                  <a16:creationId xmlns:a16="http://schemas.microsoft.com/office/drawing/2014/main" id="{0164D59C-0B16-4C82-A643-F29421635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" y="2054"/>
              <a:ext cx="84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17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kumimoji="1" lang="en-US" altLang="zh-CN" sz="2000">
                  <a:latin typeface="Times New Roman" panose="02020603050405020304" pitchFamily="18" charset="0"/>
                </a:rPr>
                <a:t>RxC</a:t>
              </a:r>
            </a:p>
          </p:txBody>
        </p:sp>
      </p:grpSp>
      <p:sp>
        <p:nvSpPr>
          <p:cNvPr id="108705" name="Text Box 161">
            <a:extLst>
              <a:ext uri="{FF2B5EF4-FFF2-40B4-BE49-F238E27FC236}">
                <a16:creationId xmlns:a16="http://schemas.microsoft.com/office/drawing/2014/main" id="{0E772B6F-B297-4D9B-9149-2F3ACC7D47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76250"/>
            <a:ext cx="8047037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35000"/>
              </a:spcBef>
              <a:defRPr/>
            </a:pP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串行口对</a:t>
            </a:r>
            <a:r>
              <a:rPr kumimoji="1" lang="en-US" altLang="zh-CN" u="sng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RxD</a:t>
            </a:r>
            <a:r>
              <a:rPr kumimoji="1" lang="zh-CN" altLang="en-US" u="sng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线的采样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是由接收时钟完成的。周期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Tc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和所传数据位的传输时间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Td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（位速率的倒数）必须满足：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Tc=Td/K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式中，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或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64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。以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K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＝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16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为例说明如下：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85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08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08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0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548" grpId="0" autoUpdateAnimBg="0"/>
      <p:bldP spid="10870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52BDD30-4BC8-4FE0-A6E3-86B767F03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549275"/>
            <a:ext cx="6619875" cy="52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Font typeface="Wingdings" pitchFamily="2" charset="2"/>
              <a:buChar char="Ø"/>
              <a:defRPr/>
            </a:pP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kumimoji="1" lang="en-US" altLang="zh-CN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kumimoji="1" lang="zh-CN" alt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主要用于点对点（两机）通信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131770CE-C9A9-41DC-8AAC-325633B923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7971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1" lang="zh-CN" altLang="en-US" sz="2400">
              <a:latin typeface="Times New Roman" panose="02020603050405020304" pitchFamily="18" charset="0"/>
            </a:endParaRPr>
          </a:p>
        </p:txBody>
      </p:sp>
      <p:pic>
        <p:nvPicPr>
          <p:cNvPr id="41988" name="Picture 4">
            <a:extLst>
              <a:ext uri="{FF2B5EF4-FFF2-40B4-BE49-F238E27FC236}">
                <a16:creationId xmlns:a16="http://schemas.microsoft.com/office/drawing/2014/main" id="{71F3D9A2-2E10-4ABC-9722-6D9207FD81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4" t="18221" r="23901" b="47278"/>
          <a:stretch>
            <a:fillRect/>
          </a:stretch>
        </p:blipFill>
        <p:spPr bwMode="auto">
          <a:xfrm>
            <a:off x="823913" y="1216025"/>
            <a:ext cx="5202237" cy="2432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1989" name="Text Box 4">
            <a:extLst>
              <a:ext uri="{FF2B5EF4-FFF2-40B4-BE49-F238E27FC236}">
                <a16:creationId xmlns:a16="http://schemas.microsoft.com/office/drawing/2014/main" id="{C73E124A-20EE-4577-87CB-39F916EA95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8125" y="1393825"/>
            <a:ext cx="3297238" cy="157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>
                <a:latin typeface="Verdana" panose="020B0604030504040204" pitchFamily="34" charset="0"/>
              </a:rPr>
              <a:t>接线关系</a:t>
            </a:r>
            <a:r>
              <a:rPr lang="en-US" altLang="zh-CN" sz="2400">
                <a:latin typeface="Verdana" panose="020B0604030504040204" pitchFamily="34" charset="0"/>
              </a:rPr>
              <a:t>:</a:t>
            </a:r>
          </a:p>
          <a:p>
            <a:pPr eaLnBrk="1" hangingPunct="1">
              <a:spcBef>
                <a:spcPct val="5000"/>
              </a:spcBef>
            </a:pPr>
            <a:r>
              <a:rPr lang="zh-CN" altLang="en-US" sz="2400">
                <a:latin typeface="Verdana" panose="020B0604030504040204" pitchFamily="34" charset="0"/>
              </a:rPr>
              <a:t>主机</a:t>
            </a:r>
            <a:r>
              <a:rPr lang="en-US" altLang="zh-CN" sz="2400">
                <a:latin typeface="Verdana" panose="020B0604030504040204" pitchFamily="34" charset="0"/>
              </a:rPr>
              <a:t>TXD</a:t>
            </a:r>
            <a:r>
              <a:rPr lang="zh-CN" altLang="en-US" sz="2400">
                <a:latin typeface="Verdana" panose="020B0604030504040204" pitchFamily="34" charset="0"/>
              </a:rPr>
              <a:t>、</a:t>
            </a:r>
            <a:r>
              <a:rPr lang="en-US" altLang="zh-CN" sz="2400">
                <a:latin typeface="Verdana" panose="020B0604030504040204" pitchFamily="34" charset="0"/>
              </a:rPr>
              <a:t>RXD</a:t>
            </a:r>
            <a:r>
              <a:rPr lang="zh-CN" altLang="en-US" sz="2400">
                <a:latin typeface="Verdana" panose="020B0604030504040204" pitchFamily="34" charset="0"/>
              </a:rPr>
              <a:t>分别与外设</a:t>
            </a:r>
            <a:r>
              <a:rPr lang="en-US" altLang="zh-CN" sz="2400">
                <a:latin typeface="Verdana" panose="020B0604030504040204" pitchFamily="34" charset="0"/>
              </a:rPr>
              <a:t>RXD</a:t>
            </a:r>
            <a:r>
              <a:rPr lang="zh-CN" altLang="en-US" sz="2400">
                <a:latin typeface="Verdana" panose="020B0604030504040204" pitchFamily="34" charset="0"/>
              </a:rPr>
              <a:t>、</a:t>
            </a:r>
            <a:r>
              <a:rPr lang="en-US" altLang="zh-CN" sz="2400">
                <a:latin typeface="Verdana" panose="020B0604030504040204" pitchFamily="34" charset="0"/>
              </a:rPr>
              <a:t>TXD</a:t>
            </a:r>
            <a:r>
              <a:rPr lang="zh-CN" altLang="en-US" sz="2400">
                <a:latin typeface="Verdana" panose="020B0604030504040204" pitchFamily="34" charset="0"/>
              </a:rPr>
              <a:t>相接；两机共地</a:t>
            </a:r>
          </a:p>
        </p:txBody>
      </p:sp>
      <p:sp>
        <p:nvSpPr>
          <p:cNvPr id="1027078" name="Text Box 4">
            <a:extLst>
              <a:ext uri="{FF2B5EF4-FFF2-40B4-BE49-F238E27FC236}">
                <a16:creationId xmlns:a16="http://schemas.microsoft.com/office/drawing/2014/main" id="{77712CC2-E6AF-49B0-8922-0FD860CFDF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4128" y="3825875"/>
            <a:ext cx="3255962" cy="158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dirty="0">
                <a:latin typeface="Verdana" panose="020B0604030504040204" pitchFamily="34" charset="0"/>
              </a:rPr>
              <a:t>接线关系</a:t>
            </a:r>
            <a:r>
              <a:rPr lang="en-US" altLang="zh-CN" sz="2400" dirty="0">
                <a:latin typeface="Verdana" panose="020B0604030504040204" pitchFamily="34" charset="0"/>
              </a:rPr>
              <a:t>:</a:t>
            </a:r>
          </a:p>
          <a:p>
            <a:pPr eaLnBrk="1" hangingPunct="1">
              <a:spcBef>
                <a:spcPct val="500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利用</a:t>
            </a:r>
            <a:r>
              <a:rPr lang="en-US" altLang="zh-CN" sz="2400" dirty="0">
                <a:latin typeface="Times New Roman" panose="02020603050405020304" pitchFamily="18" charset="0"/>
              </a:rPr>
              <a:t>MAX232</a:t>
            </a:r>
            <a:r>
              <a:rPr lang="zh-CN" altLang="en-US" sz="2400" dirty="0">
                <a:latin typeface="Times New Roman" panose="02020603050405020304" pitchFamily="18" charset="0"/>
              </a:rPr>
              <a:t>进行电平转换</a:t>
            </a:r>
            <a:r>
              <a:rPr lang="en-US" altLang="zh-CN" sz="2400" dirty="0">
                <a:latin typeface="Times New Roman" panose="02020603050405020304" pitchFamily="18" charset="0"/>
              </a:rPr>
              <a:t>——(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1</a:t>
            </a:r>
            <a:r>
              <a:rPr lang="en-US" altLang="zh-CN" sz="2400" dirty="0">
                <a:latin typeface="Times New Roman" panose="02020603050405020304" pitchFamily="18" charset="0"/>
              </a:rPr>
              <a:t>:-5~-15V, </a:t>
            </a:r>
            <a:r>
              <a:rPr lang="en-US" altLang="zh-CN" sz="2400" dirty="0">
                <a:solidFill>
                  <a:srgbClr val="FF0000"/>
                </a:solidFill>
                <a:latin typeface="Times New Roman" panose="02020603050405020304" pitchFamily="18" charset="0"/>
              </a:rPr>
              <a:t>0</a:t>
            </a:r>
            <a:r>
              <a:rPr lang="en-US" altLang="zh-CN" sz="2400" dirty="0">
                <a:latin typeface="Times New Roman" panose="02020603050405020304" pitchFamily="18" charset="0"/>
              </a:rPr>
              <a:t>:+5~ +15V)</a:t>
            </a:r>
          </a:p>
        </p:txBody>
      </p:sp>
      <p:pic>
        <p:nvPicPr>
          <p:cNvPr id="1027080" name="Picture 8">
            <a:extLst>
              <a:ext uri="{FF2B5EF4-FFF2-40B4-BE49-F238E27FC236}">
                <a16:creationId xmlns:a16="http://schemas.microsoft.com/office/drawing/2014/main" id="{EFD1E137-83F3-4F27-AD23-79032CA97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44" t="52542" r="23901" b="18968"/>
          <a:stretch>
            <a:fillRect/>
          </a:stretch>
        </p:blipFill>
        <p:spPr bwMode="auto">
          <a:xfrm>
            <a:off x="700088" y="3684588"/>
            <a:ext cx="5202237" cy="2008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1DB3E0D0-C164-4359-B1F5-A6D56DC2C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39975" y="3684588"/>
            <a:ext cx="1871663" cy="2120900"/>
          </a:xfrm>
          <a:prstGeom prst="rect">
            <a:avLst/>
          </a:prstGeom>
          <a:noFill/>
          <a:ln w="31750" algn="ctr">
            <a:solidFill>
              <a:srgbClr val="9900FF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484838-F079-4F1F-BF7C-1929BB87F3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75" y="3684588"/>
            <a:ext cx="1511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400">
                <a:solidFill>
                  <a:srgbClr val="FF0000"/>
                </a:solidFill>
              </a:rPr>
              <a:t>MAX232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7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7078" grpId="0"/>
      <p:bldP spid="2" grpId="0" animBg="1"/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09399AA-A0C6-40ED-B8DC-A07641F357C8}"/>
              </a:ext>
            </a:extLst>
          </p:cNvPr>
          <p:cNvSpPr txBox="1"/>
          <p:nvPr/>
        </p:nvSpPr>
        <p:spPr>
          <a:xfrm>
            <a:off x="539552" y="764704"/>
            <a:ext cx="82870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方式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应用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双机通信（单工、全双工）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通信双方要采取一致的通信方式，一致的波特率。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839DED0-0F1F-424E-83ED-A162F1899C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7416" y="2212166"/>
            <a:ext cx="3740885" cy="2619838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6E20B599-05F9-4A9C-A81C-B3113C9E02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826" y="2212166"/>
            <a:ext cx="3667774" cy="263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78015"/>
      </p:ext>
    </p:extLst>
  </p:cSld>
  <p:clrMapOvr>
    <a:masterClrMapping/>
  </p:clrMapOvr>
  <p:transition spd="slow">
    <p:randomBar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9750" y="333375"/>
            <a:ext cx="7772400" cy="80327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例 基于方式</a:t>
            </a:r>
            <a:r>
              <a:rPr lang="en-US" altLang="zh-CN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1</a:t>
            </a:r>
            <a:r>
              <a:rPr lang="zh-CN" altLang="en-US" sz="28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的双机通信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4415" y="980728"/>
            <a:ext cx="8229600" cy="1439863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20000"/>
              </a:lnSpc>
              <a:defRPr/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要求：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U1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循环发送数字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0-9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，并根据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的返回值 决定发送新数（返回值与发送值相同时）或重复当前数（返回值与发送值不同时）；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接收数据后直接返回接收值；双机都将当前值以十进制数形式显示在共阴极数码管上。其中，</a:t>
            </a:r>
            <a:r>
              <a:rPr lang="en-US" altLang="zh-CN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fosc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=12MHz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，波特率为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2400bps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，不加倍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.</a:t>
            </a:r>
            <a:endParaRPr lang="zh-CN" alt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434" y="980728"/>
            <a:ext cx="6477561" cy="554022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615950" y="2652713"/>
            <a:ext cx="7772400" cy="657225"/>
          </a:xfrm>
        </p:spPr>
        <p:txBody>
          <a:bodyPr/>
          <a:lstStyle/>
          <a:p>
            <a:pPr algn="l" eaLnBrk="1" hangingPunct="1">
              <a:defRPr/>
            </a:pP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取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SMOD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＝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0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，选择波特率为</a:t>
            </a:r>
            <a:r>
              <a:rPr lang="en-US" altLang="zh-CN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2400</a:t>
            </a:r>
            <a:r>
              <a:rPr lang="zh-CN" altLang="en-US" sz="2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，则由</a:t>
            </a:r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50825" y="3382963"/>
            <a:ext cx="8642350" cy="64770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hangingPunct="1">
              <a:lnSpc>
                <a:spcPct val="110000"/>
              </a:lnSpc>
              <a:spcBef>
                <a:spcPct val="35000"/>
              </a:spcBef>
              <a:defRPr/>
            </a:pPr>
            <a:r>
              <a:rPr kumimoji="1"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波特率</a:t>
            </a:r>
            <a:r>
              <a:rPr kumimoji="1"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 (2</a:t>
            </a:r>
            <a:r>
              <a:rPr kumimoji="1"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SMOD</a:t>
            </a:r>
            <a:r>
              <a:rPr kumimoji="1"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/32)×</a:t>
            </a:r>
            <a:r>
              <a:rPr kumimoji="1" lang="en-US" altLang="zh-CN" b="1" dirty="0" err="1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fosc</a:t>
            </a:r>
            <a:r>
              <a:rPr kumimoji="1"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/</a:t>
            </a:r>
            <a:r>
              <a:rPr kumimoji="1"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kumimoji="1"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12 ×(2</a:t>
            </a:r>
            <a:r>
              <a:rPr kumimoji="1" lang="en-US" altLang="zh-CN" b="1" baseline="30000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k</a:t>
            </a:r>
            <a:r>
              <a:rPr kumimoji="1"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-</a:t>
            </a:r>
            <a:r>
              <a:rPr kumimoji="1" lang="zh-CN" altLang="en-US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初值</a:t>
            </a:r>
            <a:r>
              <a:rPr kumimoji="1" lang="en-US" altLang="zh-CN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))</a:t>
            </a:r>
          </a:p>
        </p:txBody>
      </p:sp>
      <p:sp>
        <p:nvSpPr>
          <p:cNvPr id="123908" name="Rectangle 4"/>
          <p:cNvSpPr>
            <a:spLocks noChangeArrowheads="1"/>
          </p:cNvSpPr>
          <p:nvPr/>
        </p:nvSpPr>
        <p:spPr bwMode="auto">
          <a:xfrm>
            <a:off x="250825" y="4102100"/>
            <a:ext cx="8642350" cy="1008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5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其中</a:t>
            </a:r>
            <a:r>
              <a:rPr kumimoji="1" lang="en-US" altLang="zh-CN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fosc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=12MHz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，定时器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T1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工作于方式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2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（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k=8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），为串行通信提供波特率。</a:t>
            </a:r>
          </a:p>
        </p:txBody>
      </p:sp>
      <p:sp>
        <p:nvSpPr>
          <p:cNvPr id="123909" name="Rectangle 5"/>
          <p:cNvSpPr>
            <a:spLocks noChangeArrowheads="1"/>
          </p:cNvSpPr>
          <p:nvPr/>
        </p:nvSpPr>
        <p:spPr bwMode="auto">
          <a:xfrm>
            <a:off x="250825" y="5181600"/>
            <a:ext cx="8642350" cy="649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5pPr>
            <a:lvl6pPr marL="25146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6pPr>
            <a:lvl7pPr marL="29718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7pPr>
            <a:lvl8pPr marL="34290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8pPr>
            <a:lvl9pPr marL="3886200" indent="-228600" fontAlgn="base">
              <a:spcBef>
                <a:spcPct val="20000"/>
              </a:spcBef>
              <a:spcAft>
                <a:spcPct val="0"/>
              </a:spcAft>
              <a:buChar char="•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Tahoma" panose="020B0604030504040204" pitchFamily="34" charset="0"/>
              </a:defRPr>
            </a:lvl9pPr>
          </a:lstStyle>
          <a:p>
            <a:pPr eaLnBrk="1" hangingPunct="1">
              <a:lnSpc>
                <a:spcPct val="110000"/>
              </a:lnSpc>
              <a:spcBef>
                <a:spcPct val="35000"/>
              </a:spcBef>
              <a:defRPr/>
            </a:pP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可得初值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C</a:t>
            </a:r>
            <a:r>
              <a:rPr kumimoji="1" lang="zh-CN" altLang="en-US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＝</a:t>
            </a:r>
            <a:r>
              <a:rPr kumimoji="1" lang="en-US" altLang="zh-CN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0xF4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539750" y="215900"/>
            <a:ext cx="8064500" cy="2413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lnSpc>
                <a:spcPct val="130000"/>
              </a:lnSpc>
              <a:defRPr/>
            </a:pPr>
            <a:r>
              <a:rPr lang="zh-CN" altLang="en-US" sz="32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实现方法：</a:t>
            </a:r>
            <a:endParaRPr lang="en-US" altLang="zh-CN" sz="320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457200" indent="-457200" eaLnBrk="1" hangingPunct="1">
              <a:lnSpc>
                <a:spcPct val="130000"/>
              </a:lnSpc>
              <a:buClr>
                <a:srgbClr val="99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分别对两个单片机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和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设计程序。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eaLnBrk="1" hangingPunct="1">
              <a:lnSpc>
                <a:spcPct val="130000"/>
              </a:lnSpc>
              <a:buClr>
                <a:srgbClr val="99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程序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完成数据发送任务（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）；</a:t>
            </a:r>
            <a:endParaRPr lang="en-US" altLang="zh-CN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457200" indent="-457200" eaLnBrk="1" hangingPunct="1">
              <a:lnSpc>
                <a:spcPct val="130000"/>
              </a:lnSpc>
              <a:buClr>
                <a:srgbClr val="9900FF"/>
              </a:buClr>
              <a:buFont typeface="Wingdings" panose="05000000000000000000" pitchFamily="2" charset="2"/>
              <a:buChar char="Ø"/>
              <a:defRPr/>
            </a:pP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程序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完成数据接收任务（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U2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），（</a:t>
            </a:r>
            <a:r>
              <a:rPr lang="en-US" altLang="zh-CN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REN=1</a:t>
            </a:r>
            <a:r>
              <a:rPr lang="zh-CN" alt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）；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239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23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23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8" grpId="0"/>
      <p:bldP spid="123907" grpId="0" build="p"/>
      <p:bldP spid="123908" grpId="0"/>
      <p:bldP spid="123909" grpId="0"/>
      <p:bldP spid="2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3"/>
          <p:cNvSpPr>
            <a:spLocks noChangeArrowheads="1"/>
          </p:cNvSpPr>
          <p:nvPr/>
        </p:nvSpPr>
        <p:spPr bwMode="auto">
          <a:xfrm>
            <a:off x="101600" y="561975"/>
            <a:ext cx="4667250" cy="442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anose="020B0604030504040204" pitchFamily="34" charset="0"/>
              </a:rPr>
              <a:t>① 异步通信编程初始化</a:t>
            </a:r>
          </a:p>
        </p:txBody>
      </p:sp>
      <p:sp>
        <p:nvSpPr>
          <p:cNvPr id="1028099" name="Rectangle 4"/>
          <p:cNvSpPr>
            <a:spLocks noChangeArrowheads="1"/>
          </p:cNvSpPr>
          <p:nvPr/>
        </p:nvSpPr>
        <p:spPr bwMode="auto">
          <a:xfrm>
            <a:off x="215900" y="2471738"/>
            <a:ext cx="8604250" cy="283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469900" indent="-4699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例如：</a:t>
            </a: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SCON=0101 0000B;   </a:t>
            </a:r>
            <a:r>
              <a:rPr lang="en-US" altLang="zh-CN" sz="2000" dirty="0">
                <a:latin typeface="Verdana" panose="020B0604030504040204" pitchFamily="34" charset="0"/>
              </a:rPr>
              <a:t>//</a:t>
            </a:r>
            <a:r>
              <a:rPr lang="zh-CN" altLang="en-US" sz="2000" dirty="0">
                <a:latin typeface="Verdana" panose="020B0604030504040204" pitchFamily="34" charset="0"/>
              </a:rPr>
              <a:t>串口方式</a:t>
            </a:r>
            <a:r>
              <a:rPr lang="en-US" altLang="zh-CN" sz="2000" dirty="0">
                <a:latin typeface="Verdana" panose="020B0604030504040204" pitchFamily="34" charset="0"/>
              </a:rPr>
              <a:t>1</a:t>
            </a:r>
            <a:r>
              <a:rPr lang="zh-CN" altLang="en-US" sz="2000" dirty="0">
                <a:latin typeface="Verdana" panose="020B0604030504040204" pitchFamily="34" charset="0"/>
              </a:rPr>
              <a:t>，允许接收，</a:t>
            </a:r>
            <a:r>
              <a:rPr lang="en-US" altLang="zh-CN" sz="2000" dirty="0">
                <a:latin typeface="Verdana" panose="020B0604030504040204" pitchFamily="34" charset="0"/>
              </a:rPr>
              <a:t>TI</a:t>
            </a:r>
            <a:r>
              <a:rPr lang="zh-CN" altLang="en-US" sz="2000" dirty="0">
                <a:latin typeface="Verdana" panose="020B0604030504040204" pitchFamily="34" charset="0"/>
              </a:rPr>
              <a:t>和</a:t>
            </a:r>
            <a:r>
              <a:rPr lang="en-US" altLang="zh-CN" sz="2000" dirty="0">
                <a:latin typeface="Verdana" panose="020B0604030504040204" pitchFamily="34" charset="0"/>
              </a:rPr>
              <a:t>RI</a:t>
            </a:r>
            <a:r>
              <a:rPr lang="zh-CN" altLang="en-US" sz="2000" dirty="0">
                <a:latin typeface="Verdana" panose="020B0604030504040204" pitchFamily="34" charset="0"/>
              </a:rPr>
              <a:t>清零</a:t>
            </a: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PCON=</a:t>
            </a:r>
            <a:r>
              <a:rPr lang="en-US" altLang="zh-CN" sz="2400" dirty="0">
                <a:highlight>
                  <a:srgbClr val="FFFF00"/>
                </a:highlight>
                <a:latin typeface="Verdana" panose="020B0604030504040204" pitchFamily="34" charset="0"/>
              </a:rPr>
              <a:t>0</a:t>
            </a:r>
            <a:r>
              <a:rPr lang="en-US" altLang="zh-CN" sz="2400" dirty="0">
                <a:latin typeface="Verdana" panose="020B0604030504040204" pitchFamily="34" charset="0"/>
              </a:rPr>
              <a:t>000 0000B; 	 //</a:t>
            </a:r>
            <a:r>
              <a:rPr lang="zh-CN" altLang="en-US" sz="2400" dirty="0">
                <a:latin typeface="Verdana" panose="020B0604030504040204" pitchFamily="34" charset="0"/>
              </a:rPr>
              <a:t>波特率不加倍</a:t>
            </a: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TMOD=0010 0000B;  //T1</a:t>
            </a:r>
            <a:r>
              <a:rPr lang="zh-CN" altLang="en-US" sz="2400" dirty="0">
                <a:latin typeface="Verdana" panose="020B0604030504040204" pitchFamily="34" charset="0"/>
              </a:rPr>
              <a:t>设为定时方式</a:t>
            </a:r>
            <a:r>
              <a:rPr lang="en-US" altLang="zh-CN" sz="2400" dirty="0">
                <a:latin typeface="Verdana" panose="020B0604030504040204" pitchFamily="34" charset="0"/>
              </a:rPr>
              <a:t>2</a:t>
            </a: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TH1=TL1=0xf4;     	//T1</a:t>
            </a:r>
            <a:r>
              <a:rPr lang="zh-CN" altLang="en-US" sz="2400" dirty="0">
                <a:latin typeface="Verdana" panose="020B0604030504040204" pitchFamily="34" charset="0"/>
              </a:rPr>
              <a:t>计数初值</a:t>
            </a:r>
            <a:r>
              <a:rPr lang="en-US" altLang="zh-CN" sz="2400" dirty="0">
                <a:latin typeface="Verdana" panose="020B0604030504040204" pitchFamily="34" charset="0"/>
              </a:rPr>
              <a:t>, </a:t>
            </a:r>
            <a:r>
              <a:rPr lang="zh-CN" altLang="en-US" sz="2400" dirty="0">
                <a:latin typeface="Verdana" panose="020B0604030504040204" pitchFamily="34" charset="0"/>
              </a:rPr>
              <a:t>波特率</a:t>
            </a:r>
            <a:r>
              <a:rPr lang="en-US" altLang="zh-CN" sz="2400" dirty="0">
                <a:latin typeface="Verdana" panose="020B0604030504040204" pitchFamily="34" charset="0"/>
              </a:rPr>
              <a:t>2400</a:t>
            </a:r>
            <a:endParaRPr lang="zh-CN" altLang="en-US" sz="2400" dirty="0">
              <a:latin typeface="Verdana" panose="020B0604030504040204" pitchFamily="34" charset="0"/>
            </a:endParaRPr>
          </a:p>
          <a:p>
            <a:pPr eaLnBrk="1" hangingPunct="1">
              <a:spcBef>
                <a:spcPct val="30000"/>
              </a:spcBef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zh-CN" sz="2400" dirty="0">
                <a:latin typeface="Verdana" panose="020B0604030504040204" pitchFamily="34" charset="0"/>
              </a:rPr>
              <a:t>TR1=1;         		//</a:t>
            </a:r>
            <a:r>
              <a:rPr lang="zh-CN" altLang="en-US" sz="2400" dirty="0">
                <a:latin typeface="Verdana" panose="020B0604030504040204" pitchFamily="34" charset="0"/>
              </a:rPr>
              <a:t>启动</a:t>
            </a:r>
            <a:r>
              <a:rPr lang="en-US" altLang="zh-CN" sz="2400" dirty="0">
                <a:latin typeface="Verdana" panose="020B0604030504040204" pitchFamily="34" charset="0"/>
              </a:rPr>
              <a:t>T1</a:t>
            </a:r>
          </a:p>
        </p:txBody>
      </p:sp>
      <p:grpSp>
        <p:nvGrpSpPr>
          <p:cNvPr id="59396" name="Group 48"/>
          <p:cNvGrpSpPr/>
          <p:nvPr/>
        </p:nvGrpSpPr>
        <p:grpSpPr bwMode="auto">
          <a:xfrm>
            <a:off x="3673475" y="338138"/>
            <a:ext cx="5291138" cy="2586037"/>
            <a:chOff x="405" y="2653"/>
            <a:chExt cx="2863" cy="1376"/>
          </a:xfrm>
        </p:grpSpPr>
        <p:pic>
          <p:nvPicPr>
            <p:cNvPr id="59399" name="Picture 6" descr="串口05"/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0" y="2909"/>
              <a:ext cx="2641" cy="4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59400" name="Group 7"/>
            <p:cNvGrpSpPr/>
            <p:nvPr/>
          </p:nvGrpSpPr>
          <p:grpSpPr bwMode="auto">
            <a:xfrm>
              <a:off x="558" y="3235"/>
              <a:ext cx="2641" cy="464"/>
              <a:chOff x="1122" y="3294"/>
              <a:chExt cx="2641" cy="464"/>
            </a:xfrm>
          </p:grpSpPr>
          <p:pic>
            <p:nvPicPr>
              <p:cNvPr id="59416" name="Picture 8" descr="串口05"/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22" y="3294"/>
                <a:ext cx="2641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417" name="Text Box 9"/>
              <p:cNvSpPr txBox="1">
                <a:spLocks noChangeArrowheads="1"/>
              </p:cNvSpPr>
              <p:nvPr/>
            </p:nvSpPr>
            <p:spPr bwMode="auto">
              <a:xfrm>
                <a:off x="1434" y="3492"/>
                <a:ext cx="227" cy="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GATE</a:t>
                </a:r>
              </a:p>
            </p:txBody>
          </p:sp>
          <p:sp>
            <p:nvSpPr>
              <p:cNvPr id="59418" name="Text Box 10"/>
              <p:cNvSpPr txBox="1">
                <a:spLocks noChangeArrowheads="1"/>
              </p:cNvSpPr>
              <p:nvPr/>
            </p:nvSpPr>
            <p:spPr bwMode="auto">
              <a:xfrm>
                <a:off x="1122" y="3492"/>
                <a:ext cx="284" cy="1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TMOD</a:t>
                </a:r>
              </a:p>
            </p:txBody>
          </p:sp>
          <p:sp>
            <p:nvSpPr>
              <p:cNvPr id="59419" name="Text Box 11"/>
              <p:cNvSpPr txBox="1">
                <a:spLocks noChangeArrowheads="1"/>
              </p:cNvSpPr>
              <p:nvPr/>
            </p:nvSpPr>
            <p:spPr bwMode="auto">
              <a:xfrm>
                <a:off x="1689" y="3492"/>
                <a:ext cx="227" cy="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C/T</a:t>
                </a:r>
              </a:p>
            </p:txBody>
          </p:sp>
          <p:sp>
            <p:nvSpPr>
              <p:cNvPr id="59420" name="Text Box 12"/>
              <p:cNvSpPr txBox="1">
                <a:spLocks noChangeArrowheads="1"/>
              </p:cNvSpPr>
              <p:nvPr/>
            </p:nvSpPr>
            <p:spPr bwMode="auto">
              <a:xfrm>
                <a:off x="1944" y="3492"/>
                <a:ext cx="227" cy="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M1</a:t>
                </a:r>
              </a:p>
            </p:txBody>
          </p:sp>
          <p:sp>
            <p:nvSpPr>
              <p:cNvPr id="59421" name="Text Box 13"/>
              <p:cNvSpPr txBox="1">
                <a:spLocks noChangeArrowheads="1"/>
              </p:cNvSpPr>
              <p:nvPr/>
            </p:nvSpPr>
            <p:spPr bwMode="auto">
              <a:xfrm>
                <a:off x="2200" y="3492"/>
                <a:ext cx="227" cy="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M0</a:t>
                </a:r>
              </a:p>
            </p:txBody>
          </p:sp>
          <p:sp>
            <p:nvSpPr>
              <p:cNvPr id="59422" name="Text Box 14"/>
              <p:cNvSpPr txBox="1">
                <a:spLocks noChangeArrowheads="1"/>
              </p:cNvSpPr>
              <p:nvPr/>
            </p:nvSpPr>
            <p:spPr bwMode="auto">
              <a:xfrm>
                <a:off x="3220" y="3492"/>
                <a:ext cx="227" cy="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M0</a:t>
                </a:r>
              </a:p>
            </p:txBody>
          </p:sp>
          <p:sp>
            <p:nvSpPr>
              <p:cNvPr id="59423" name="Text Box 15"/>
              <p:cNvSpPr txBox="1">
                <a:spLocks noChangeArrowheads="1"/>
              </p:cNvSpPr>
              <p:nvPr/>
            </p:nvSpPr>
            <p:spPr bwMode="auto">
              <a:xfrm>
                <a:off x="2965" y="3492"/>
                <a:ext cx="227" cy="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M1</a:t>
                </a:r>
              </a:p>
            </p:txBody>
          </p:sp>
          <p:sp>
            <p:nvSpPr>
              <p:cNvPr id="59424" name="Text Box 16"/>
              <p:cNvSpPr txBox="1">
                <a:spLocks noChangeArrowheads="1"/>
              </p:cNvSpPr>
              <p:nvPr/>
            </p:nvSpPr>
            <p:spPr bwMode="auto">
              <a:xfrm>
                <a:off x="2455" y="3492"/>
                <a:ext cx="227" cy="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GATE</a:t>
                </a:r>
              </a:p>
            </p:txBody>
          </p:sp>
          <p:sp>
            <p:nvSpPr>
              <p:cNvPr id="59425" name="Text Box 17"/>
              <p:cNvSpPr txBox="1">
                <a:spLocks noChangeArrowheads="1"/>
              </p:cNvSpPr>
              <p:nvPr/>
            </p:nvSpPr>
            <p:spPr bwMode="auto">
              <a:xfrm>
                <a:off x="2710" y="3492"/>
                <a:ext cx="227" cy="1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C/T</a:t>
                </a:r>
              </a:p>
            </p:txBody>
          </p:sp>
          <p:sp>
            <p:nvSpPr>
              <p:cNvPr id="59426" name="Text Box 18"/>
              <p:cNvSpPr txBox="1">
                <a:spLocks noChangeArrowheads="1"/>
              </p:cNvSpPr>
              <p:nvPr/>
            </p:nvSpPr>
            <p:spPr bwMode="auto">
              <a:xfrm>
                <a:off x="3475" y="3492"/>
                <a:ext cx="284" cy="11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0" tIns="0" rIns="0" bIns="0"/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1000">
                    <a:latin typeface="Times New Roman" panose="02020603050405020304" pitchFamily="18" charset="0"/>
                  </a:rPr>
                  <a:t>(89H)</a:t>
                </a:r>
              </a:p>
            </p:txBody>
          </p:sp>
        </p:grpSp>
        <p:pic>
          <p:nvPicPr>
            <p:cNvPr id="59401" name="Picture 19" descr="串口04-1"/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5" y="2653"/>
              <a:ext cx="2863" cy="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02" name="Oval 20"/>
            <p:cNvSpPr>
              <a:spLocks noChangeArrowheads="1"/>
            </p:cNvSpPr>
            <p:nvPr/>
          </p:nvSpPr>
          <p:spPr bwMode="auto">
            <a:xfrm>
              <a:off x="519" y="2794"/>
              <a:ext cx="368" cy="17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9403" name="Oval 21"/>
            <p:cNvSpPr>
              <a:spLocks noChangeArrowheads="1"/>
            </p:cNvSpPr>
            <p:nvPr/>
          </p:nvSpPr>
          <p:spPr bwMode="auto">
            <a:xfrm>
              <a:off x="524" y="3079"/>
              <a:ext cx="368" cy="17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59404" name="Oval 22"/>
            <p:cNvSpPr>
              <a:spLocks noChangeArrowheads="1"/>
            </p:cNvSpPr>
            <p:nvPr/>
          </p:nvSpPr>
          <p:spPr bwMode="auto">
            <a:xfrm>
              <a:off x="525" y="3387"/>
              <a:ext cx="368" cy="17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59405" name="Group 37"/>
            <p:cNvGrpSpPr/>
            <p:nvPr/>
          </p:nvGrpSpPr>
          <p:grpSpPr bwMode="auto">
            <a:xfrm>
              <a:off x="535" y="3587"/>
              <a:ext cx="2668" cy="442"/>
              <a:chOff x="1565" y="1616"/>
              <a:chExt cx="2661" cy="464"/>
            </a:xfrm>
          </p:grpSpPr>
          <p:pic>
            <p:nvPicPr>
              <p:cNvPr id="59407" name="Picture 6" descr="串口05"/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565" y="1616"/>
                <a:ext cx="2641" cy="4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9408" name="Text Box 39"/>
              <p:cNvSpPr txBox="1">
                <a:spLocks noChangeArrowheads="1"/>
              </p:cNvSpPr>
              <p:nvPr/>
            </p:nvSpPr>
            <p:spPr bwMode="auto">
              <a:xfrm>
                <a:off x="1644" y="1808"/>
                <a:ext cx="227" cy="1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/>
                  <a:t>  IE</a:t>
                </a:r>
              </a:p>
            </p:txBody>
          </p:sp>
          <p:sp>
            <p:nvSpPr>
              <p:cNvPr id="59409" name="Text Box 40"/>
              <p:cNvSpPr txBox="1">
                <a:spLocks noChangeArrowheads="1"/>
              </p:cNvSpPr>
              <p:nvPr/>
            </p:nvSpPr>
            <p:spPr bwMode="auto">
              <a:xfrm>
                <a:off x="3920" y="1818"/>
                <a:ext cx="306" cy="1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/>
                  <a:t>(A8H)</a:t>
                </a:r>
              </a:p>
            </p:txBody>
          </p:sp>
          <p:sp>
            <p:nvSpPr>
              <p:cNvPr id="59410" name="Text Box 41"/>
              <p:cNvSpPr txBox="1">
                <a:spLocks noChangeArrowheads="1"/>
              </p:cNvSpPr>
              <p:nvPr/>
            </p:nvSpPr>
            <p:spPr bwMode="auto">
              <a:xfrm>
                <a:off x="1890" y="1825"/>
                <a:ext cx="234" cy="1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 dirty="0"/>
                  <a:t>  EA</a:t>
                </a:r>
              </a:p>
            </p:txBody>
          </p:sp>
          <p:sp>
            <p:nvSpPr>
              <p:cNvPr id="59411" name="Text Box 42"/>
              <p:cNvSpPr txBox="1">
                <a:spLocks noChangeArrowheads="1"/>
              </p:cNvSpPr>
              <p:nvPr/>
            </p:nvSpPr>
            <p:spPr bwMode="auto">
              <a:xfrm>
                <a:off x="2677" y="1825"/>
                <a:ext cx="150" cy="1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 dirty="0"/>
                  <a:t>ES</a:t>
                </a:r>
              </a:p>
            </p:txBody>
          </p:sp>
          <p:sp>
            <p:nvSpPr>
              <p:cNvPr id="59412" name="Text Box 43"/>
              <p:cNvSpPr txBox="1">
                <a:spLocks noChangeArrowheads="1"/>
              </p:cNvSpPr>
              <p:nvPr/>
            </p:nvSpPr>
            <p:spPr bwMode="auto">
              <a:xfrm>
                <a:off x="2907" y="1825"/>
                <a:ext cx="195" cy="1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/>
                  <a:t>ET1</a:t>
                </a:r>
              </a:p>
            </p:txBody>
          </p:sp>
          <p:sp>
            <p:nvSpPr>
              <p:cNvPr id="59413" name="Text Box 44"/>
              <p:cNvSpPr txBox="1">
                <a:spLocks noChangeArrowheads="1"/>
              </p:cNvSpPr>
              <p:nvPr/>
            </p:nvSpPr>
            <p:spPr bwMode="auto">
              <a:xfrm>
                <a:off x="3175" y="1818"/>
                <a:ext cx="195" cy="1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/>
                  <a:t>EX1</a:t>
                </a:r>
              </a:p>
            </p:txBody>
          </p:sp>
          <p:sp>
            <p:nvSpPr>
              <p:cNvPr id="59414" name="Text Box 45"/>
              <p:cNvSpPr txBox="1">
                <a:spLocks noChangeArrowheads="1"/>
              </p:cNvSpPr>
              <p:nvPr/>
            </p:nvSpPr>
            <p:spPr bwMode="auto">
              <a:xfrm>
                <a:off x="3427" y="1818"/>
                <a:ext cx="195" cy="12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/>
                  <a:t>ET0</a:t>
                </a:r>
              </a:p>
            </p:txBody>
          </p:sp>
          <p:sp>
            <p:nvSpPr>
              <p:cNvPr id="59415" name="Text Box 46"/>
              <p:cNvSpPr txBox="1">
                <a:spLocks noChangeArrowheads="1"/>
              </p:cNvSpPr>
              <p:nvPr/>
            </p:nvSpPr>
            <p:spPr bwMode="auto">
              <a:xfrm>
                <a:off x="3673" y="1813"/>
                <a:ext cx="194" cy="1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0" tIns="0" rIns="0" bIns="0">
                <a:spAutoFit/>
              </a:bodyPr>
              <a:lstStyle>
                <a:lvl1pPr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altLang="zh-CN" sz="1200"/>
                  <a:t>EX0</a:t>
                </a:r>
              </a:p>
            </p:txBody>
          </p:sp>
        </p:grpSp>
        <p:sp>
          <p:nvSpPr>
            <p:cNvPr id="59406" name="Oval 22"/>
            <p:cNvSpPr>
              <a:spLocks noChangeArrowheads="1"/>
            </p:cNvSpPr>
            <p:nvPr/>
          </p:nvSpPr>
          <p:spPr bwMode="auto">
            <a:xfrm>
              <a:off x="525" y="3750"/>
              <a:ext cx="368" cy="170"/>
            </a:xfrm>
            <a:prstGeom prst="ellipse">
              <a:avLst/>
            </a:prstGeom>
            <a:noFill/>
            <a:ln w="9525">
              <a:solidFill>
                <a:srgbClr val="FF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kumimoji="1" lang="zh-CN" altLang="en-US" sz="2400">
                <a:latin typeface="Times New Roman" panose="02020603050405020304" pitchFamily="18" charset="0"/>
              </a:endParaRPr>
            </a:p>
          </p:txBody>
        </p:sp>
      </p:grpSp>
      <p:sp>
        <p:nvSpPr>
          <p:cNvPr id="4" name="TextBox 3"/>
          <p:cNvSpPr txBox="1"/>
          <p:nvPr/>
        </p:nvSpPr>
        <p:spPr>
          <a:xfrm>
            <a:off x="467544" y="5517232"/>
            <a:ext cx="51125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注意：中断方式需设置开中断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8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8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28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28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028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028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5"/>
          <p:cNvSpPr txBox="1">
            <a:spLocks noChangeArrowheads="1"/>
          </p:cNvSpPr>
          <p:nvPr/>
        </p:nvSpPr>
        <p:spPr bwMode="auto">
          <a:xfrm>
            <a:off x="107950" y="209550"/>
            <a:ext cx="3176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2400">
                <a:latin typeface="Times New Roman" panose="02020603050405020304" pitchFamily="18" charset="0"/>
              </a:rPr>
              <a:t>② 程序流程图</a:t>
            </a:r>
          </a:p>
        </p:txBody>
      </p:sp>
      <p:pic>
        <p:nvPicPr>
          <p:cNvPr id="61443" name="Picture 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4" t="28494" r="10593" b="11794"/>
          <a:stretch>
            <a:fillRect/>
          </a:stretch>
        </p:blipFill>
        <p:spPr bwMode="auto">
          <a:xfrm>
            <a:off x="107950" y="666750"/>
            <a:ext cx="9036050" cy="6075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90538" y="0"/>
            <a:ext cx="624205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数据发送程序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—U1</a:t>
            </a: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机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28" y="728700"/>
            <a:ext cx="5425373" cy="5400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8007" y="2156304"/>
            <a:ext cx="2789162" cy="1204064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490538" y="0"/>
            <a:ext cx="4211637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数据接收程序</a:t>
            </a:r>
            <a:r>
              <a:rPr lang="en-US" altLang="zh-CN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——U2</a:t>
            </a:r>
            <a:r>
              <a:rPr lang="zh-CN" altLang="en-US" sz="2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机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616" y="620688"/>
            <a:ext cx="5688632" cy="5885113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CITRUS">
  <a:themeElements>
    <a:clrScheme name="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CITRUS">
      <a:majorFont>
        <a:latin typeface="Tahoma"/>
        <a:ea typeface="黑体"/>
        <a:cs typeface="Tahoma"/>
      </a:majorFont>
      <a:minorFont>
        <a:latin typeface="Tahoma"/>
        <a:ea typeface="宋体"/>
        <a:cs typeface="Taho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3164</TotalTime>
  <Words>583</Words>
  <Application>Microsoft Office PowerPoint</Application>
  <PresentationFormat>全屏显示(4:3)</PresentationFormat>
  <Paragraphs>77</Paragraphs>
  <Slides>13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黑体</vt:lpstr>
      <vt:lpstr>楷体</vt:lpstr>
      <vt:lpstr>楷体_GB2312</vt:lpstr>
      <vt:lpstr>隶书</vt:lpstr>
      <vt:lpstr>宋体</vt:lpstr>
      <vt:lpstr>Arial</vt:lpstr>
      <vt:lpstr>Tahoma</vt:lpstr>
      <vt:lpstr>Times New Roman</vt:lpstr>
      <vt:lpstr>Verdana</vt:lpstr>
      <vt:lpstr>Wingdings</vt:lpstr>
      <vt:lpstr>CITRUS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 基于方式1的双机通信</vt:lpstr>
      <vt:lpstr>取SMOD＝0，选择波特率为2400，则由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island</dc:creator>
  <cp:lastModifiedBy>admin</cp:lastModifiedBy>
  <cp:revision>252</cp:revision>
  <dcterms:created xsi:type="dcterms:W3CDTF">2010-01-21T07:14:51Z</dcterms:created>
  <dcterms:modified xsi:type="dcterms:W3CDTF">2025-04-22T12:26:07Z</dcterms:modified>
</cp:coreProperties>
</file>