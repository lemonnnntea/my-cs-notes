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63" d="100"/>
          <a:sy n="63" d="100"/>
        </p:scale>
        <p:origin x="5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26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13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48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60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13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0C8539-BE62-43A0-95BF-4030E28A9971}"/>
              </a:ext>
            </a:extLst>
          </p:cNvPr>
          <p:cNvSpPr/>
          <p:nvPr userDrawn="1"/>
        </p:nvSpPr>
        <p:spPr>
          <a:xfrm>
            <a:off x="0" y="892727"/>
            <a:ext cx="9144000" cy="1156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85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61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12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19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91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0BD98-0B65-4C69-803C-C77896879652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CDF19-EF07-4523-82D7-F32010548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603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D4E607D-0D8F-4E38-945A-8FFCB467B64A}"/>
              </a:ext>
            </a:extLst>
          </p:cNvPr>
          <p:cNvSpPr/>
          <p:nvPr/>
        </p:nvSpPr>
        <p:spPr>
          <a:xfrm>
            <a:off x="0" y="886121"/>
            <a:ext cx="9144000" cy="144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C8B62A-BB88-485E-AC69-7A510B3E983F}"/>
              </a:ext>
            </a:extLst>
          </p:cNvPr>
          <p:cNvSpPr txBox="1"/>
          <p:nvPr/>
        </p:nvSpPr>
        <p:spPr>
          <a:xfrm>
            <a:off x="1527141" y="329938"/>
            <a:ext cx="6740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单片机与外设之间的数据传送方式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77E5D5-0751-4102-A51A-4823560DFD25}"/>
              </a:ext>
            </a:extLst>
          </p:cNvPr>
          <p:cNvSpPr txBox="1"/>
          <p:nvPr/>
        </p:nvSpPr>
        <p:spPr>
          <a:xfrm>
            <a:off x="801278" y="1030289"/>
            <a:ext cx="7541443" cy="5054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00" algn="just">
              <a:lnSpc>
                <a:spcPct val="130000"/>
              </a:lnSpc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在单片机与外设的数据传送过程中，单片机处于核心地位，所谓的数据输入和输出都是相对单片机而言。数据由外设传送至单片机，为“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”，反之为“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输出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”。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720000">
              <a:lnSpc>
                <a:spcPct val="130000"/>
              </a:lnSpc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单片机与外设的数据传送速度差别较大，因此，选择恰当的数据传送时间和传送时间间隔，是保证数据正确传送的关键。在单片机系统中，有三种解决该问题的方法，即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程序控制传送、中断式传送和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传送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7872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E2F957-805B-4597-8486-1614C42510C7}"/>
              </a:ext>
            </a:extLst>
          </p:cNvPr>
          <p:cNvSpPr txBox="1"/>
          <p:nvPr/>
        </p:nvSpPr>
        <p:spPr>
          <a:xfrm>
            <a:off x="1527141" y="329938"/>
            <a:ext cx="6740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单片机与外设之间的数据传送方式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485214-EE5E-4FEB-AC84-7818393676D7}"/>
              </a:ext>
            </a:extLst>
          </p:cNvPr>
          <p:cNvSpPr txBox="1"/>
          <p:nvPr/>
        </p:nvSpPr>
        <p:spPr>
          <a:xfrm>
            <a:off x="801278" y="1030289"/>
            <a:ext cx="7541443" cy="449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程序控制方式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无条件传送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默认外设始终处于准备就绪状态（即：可以进行数据传送的状态），单片机可以随时与之进行数据交换。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查询式传送（有条件传送）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单片机需不断读取外设的状态信息，并通过该信息判断外设是否处于可进行数据传送的就绪状态，若是则进行数据传送，否则继续查询外设状态。</a:t>
            </a:r>
          </a:p>
        </p:txBody>
      </p:sp>
    </p:spTree>
    <p:extLst>
      <p:ext uri="{BB962C8B-B14F-4D97-AF65-F5344CB8AC3E}">
        <p14:creationId xmlns:p14="http://schemas.microsoft.com/office/powerpoint/2010/main" val="340272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1301CC-E547-4578-90C8-639A3A40F531}"/>
              </a:ext>
            </a:extLst>
          </p:cNvPr>
          <p:cNvSpPr txBox="1"/>
          <p:nvPr/>
        </p:nvSpPr>
        <p:spPr>
          <a:xfrm>
            <a:off x="1527141" y="329938"/>
            <a:ext cx="6740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单片机与外设之间的数据传送方式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B6A551-CFD4-460F-B48F-F4935644FE83}"/>
              </a:ext>
            </a:extLst>
          </p:cNvPr>
          <p:cNvSpPr txBox="1"/>
          <p:nvPr/>
        </p:nvSpPr>
        <p:spPr>
          <a:xfrm>
            <a:off x="801278" y="1030289"/>
            <a:ext cx="7541443" cy="5054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中断方式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在程序运行过程中，若有突发、紧急的内部或外部事件发生，需要单片机处理，单片机将暂停原有程序，转而执行处理该突发事件的子程序，这一过程就是所谓的“中断”。 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当外设需要与单片机进行数据传送时，外设主动向单片机发出中断请求。单片机若响应该请求，则通过中断服务处理程序完成与外设间的数据传送。</a:t>
            </a:r>
          </a:p>
        </p:txBody>
      </p:sp>
    </p:spTree>
    <p:extLst>
      <p:ext uri="{BB962C8B-B14F-4D97-AF65-F5344CB8AC3E}">
        <p14:creationId xmlns:p14="http://schemas.microsoft.com/office/powerpoint/2010/main" val="323756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DE71E1-979C-4B6E-A845-7AF6101BCC04}"/>
              </a:ext>
            </a:extLst>
          </p:cNvPr>
          <p:cNvSpPr txBox="1"/>
          <p:nvPr/>
        </p:nvSpPr>
        <p:spPr>
          <a:xfrm>
            <a:off x="1527141" y="329938"/>
            <a:ext cx="6740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单片机与外设之间的数据传送方式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FDD9D6-0CAF-42E4-BAF0-F837B257561B}"/>
              </a:ext>
            </a:extLst>
          </p:cNvPr>
          <p:cNvSpPr txBox="1"/>
          <p:nvPr/>
        </p:nvSpPr>
        <p:spPr>
          <a:xfrm>
            <a:off x="801278" y="1030289"/>
            <a:ext cx="7541443" cy="3373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直接存储器存取方式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(Direct Memory Access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DMA)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控制器负责管理存储器与外设之间的数据交换，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不参加传送操作。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方式能满足高速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设备的要求，也有利于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效率的发挥。</a:t>
            </a:r>
          </a:p>
        </p:txBody>
      </p:sp>
    </p:spTree>
    <p:extLst>
      <p:ext uri="{BB962C8B-B14F-4D97-AF65-F5344CB8AC3E}">
        <p14:creationId xmlns:p14="http://schemas.microsoft.com/office/powerpoint/2010/main" val="351266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346</Words>
  <Application>Microsoft Office PowerPoint</Application>
  <PresentationFormat>全屏显示(4:3)</PresentationFormat>
  <Paragraphs>14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楷体</vt:lpstr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admin</cp:lastModifiedBy>
  <cp:revision>5</cp:revision>
  <dcterms:created xsi:type="dcterms:W3CDTF">2024-03-21T12:35:05Z</dcterms:created>
  <dcterms:modified xsi:type="dcterms:W3CDTF">2025-03-09T12:11:25Z</dcterms:modified>
</cp:coreProperties>
</file>